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74" r:id="rId4"/>
    <p:sldMasterId id="2147483775" r:id="rId5"/>
    <p:sldMasterId id="21474837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STIX Two Text SemiBold"/>
      <p:regular r:id="rId29"/>
      <p:bold r:id="rId30"/>
      <p:italic r:id="rId31"/>
      <p:boldItalic r:id="rId32"/>
    </p:embeddedFont>
    <p:embeddedFont>
      <p:font typeface="Caveat"/>
      <p:regular r:id="rId33"/>
      <p:bold r:id="rId34"/>
    </p:embeddedFont>
    <p:embeddedFont>
      <p:font typeface="STIX Two Text Medium"/>
      <p:regular r:id="rId35"/>
      <p:bold r:id="rId36"/>
      <p:italic r:id="rId37"/>
      <p:boldItalic r:id="rId38"/>
    </p:embeddedFont>
    <p:embeddedFont>
      <p:font typeface="IBM Plex Mono ExtraLight"/>
      <p:regular r:id="rId39"/>
      <p:bold r:id="rId40"/>
      <p:italic r:id="rId41"/>
      <p:boldItalic r:id="rId42"/>
    </p:embeddedFont>
    <p:embeddedFont>
      <p:font typeface="Plus Jakarta Sans Medium"/>
      <p:regular r:id="rId43"/>
      <p:bold r:id="rId44"/>
      <p:italic r:id="rId45"/>
      <p:boldItalic r:id="rId46"/>
    </p:embeddedFont>
    <p:embeddedFont>
      <p:font typeface="IBM Plex Mono"/>
      <p:regular r:id="rId47"/>
      <p:bold r:id="rId48"/>
      <p:italic r:id="rId49"/>
      <p:boldItalic r:id="rId50"/>
    </p:embeddedFont>
    <p:embeddedFont>
      <p:font typeface="Forum"/>
      <p:regular r:id="rId51"/>
    </p:embeddedFont>
    <p:embeddedFont>
      <p:font typeface="DM Sans Medium"/>
      <p:regular r:id="rId52"/>
      <p:bold r:id="rId53"/>
      <p:italic r:id="rId54"/>
      <p:boldItalic r:id="rId55"/>
    </p:embeddedFont>
    <p:embeddedFont>
      <p:font typeface="Roboto"/>
      <p:regular r:id="rId56"/>
      <p:bold r:id="rId57"/>
      <p:italic r:id="rId58"/>
      <p:boldItalic r:id="rId59"/>
    </p:embeddedFont>
    <p:embeddedFont>
      <p:font typeface="STIX Two Text"/>
      <p:regular r:id="rId60"/>
      <p:bold r:id="rId61"/>
      <p:italic r:id="rId62"/>
      <p:boldItalic r:id="rId63"/>
    </p:embeddedFont>
    <p:embeddedFont>
      <p:font typeface="IBM Plex Mono Light"/>
      <p:regular r:id="rId64"/>
      <p:bold r:id="rId65"/>
      <p:italic r:id="rId66"/>
      <p:boldItalic r:id="rId67"/>
    </p:embeddedFont>
    <p:embeddedFont>
      <p:font typeface="DM Sans Light"/>
      <p:regular r:id="rId68"/>
      <p:bold r:id="rId69"/>
      <p:italic r:id="rId70"/>
      <p:boldItalic r:id="rId71"/>
    </p:embeddedFont>
    <p:embeddedFont>
      <p:font typeface="DM Sans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ExtraLight-bold.fntdata"/><Relationship Id="rId42" Type="http://schemas.openxmlformats.org/officeDocument/2006/relationships/font" Target="fonts/IBMPlexMonoExtraLight-boldItalic.fntdata"/><Relationship Id="rId41" Type="http://schemas.openxmlformats.org/officeDocument/2006/relationships/font" Target="fonts/IBMPlexMonoExtraLight-italic.fntdata"/><Relationship Id="rId44" Type="http://schemas.openxmlformats.org/officeDocument/2006/relationships/font" Target="fonts/PlusJakartaSansMedium-bold.fntdata"/><Relationship Id="rId43" Type="http://schemas.openxmlformats.org/officeDocument/2006/relationships/font" Target="fonts/PlusJakartaSansMedium-regular.fntdata"/><Relationship Id="rId46" Type="http://schemas.openxmlformats.org/officeDocument/2006/relationships/font" Target="fonts/PlusJakartaSansMedium-boldItalic.fntdata"/><Relationship Id="rId45" Type="http://schemas.openxmlformats.org/officeDocument/2006/relationships/font" Target="fonts/PlusJakarta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IBMPlexMono-bold.fntdata"/><Relationship Id="rId47" Type="http://schemas.openxmlformats.org/officeDocument/2006/relationships/font" Target="fonts/IBMPlexMono-regular.fntdata"/><Relationship Id="rId49" Type="http://schemas.openxmlformats.org/officeDocument/2006/relationships/font" Target="fonts/IBMPlexMon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DMSans-bold.fntdata"/><Relationship Id="rId72" Type="http://schemas.openxmlformats.org/officeDocument/2006/relationships/font" Target="fonts/DMSans-regular.fntdata"/><Relationship Id="rId31" Type="http://schemas.openxmlformats.org/officeDocument/2006/relationships/font" Target="fonts/STIXTwoTextSemiBold-italic.fntdata"/><Relationship Id="rId75" Type="http://schemas.openxmlformats.org/officeDocument/2006/relationships/font" Target="fonts/DMSans-boldItalic.fntdata"/><Relationship Id="rId30" Type="http://schemas.openxmlformats.org/officeDocument/2006/relationships/font" Target="fonts/STIXTwoTextSemiBold-bold.fntdata"/><Relationship Id="rId74" Type="http://schemas.openxmlformats.org/officeDocument/2006/relationships/font" Target="fonts/DMSans-italic.fntdata"/><Relationship Id="rId33" Type="http://schemas.openxmlformats.org/officeDocument/2006/relationships/font" Target="fonts/Caveat-regular.fntdata"/><Relationship Id="rId32" Type="http://schemas.openxmlformats.org/officeDocument/2006/relationships/font" Target="fonts/STIXTwoTextSemiBold-boldItalic.fntdata"/><Relationship Id="rId35" Type="http://schemas.openxmlformats.org/officeDocument/2006/relationships/font" Target="fonts/STIXTwoTextMedium-regular.fntdata"/><Relationship Id="rId34" Type="http://schemas.openxmlformats.org/officeDocument/2006/relationships/font" Target="fonts/Caveat-bold.fntdata"/><Relationship Id="rId71" Type="http://schemas.openxmlformats.org/officeDocument/2006/relationships/font" Target="fonts/DMSansLight-boldItalic.fntdata"/><Relationship Id="rId70" Type="http://schemas.openxmlformats.org/officeDocument/2006/relationships/font" Target="fonts/DMSansLight-italic.fntdata"/><Relationship Id="rId37" Type="http://schemas.openxmlformats.org/officeDocument/2006/relationships/font" Target="fonts/STIXTwoTextMedium-italic.fntdata"/><Relationship Id="rId36" Type="http://schemas.openxmlformats.org/officeDocument/2006/relationships/font" Target="fonts/STIXTwoTextMedium-bold.fntdata"/><Relationship Id="rId39" Type="http://schemas.openxmlformats.org/officeDocument/2006/relationships/font" Target="fonts/IBMPlexMonoExtraLight-regular.fntdata"/><Relationship Id="rId38" Type="http://schemas.openxmlformats.org/officeDocument/2006/relationships/font" Target="fonts/STIXTwoTextMedium-boldItalic.fntdata"/><Relationship Id="rId62" Type="http://schemas.openxmlformats.org/officeDocument/2006/relationships/font" Target="fonts/STIXTwoText-italic.fntdata"/><Relationship Id="rId61" Type="http://schemas.openxmlformats.org/officeDocument/2006/relationships/font" Target="fonts/STIXTwoText-bold.fntdata"/><Relationship Id="rId20" Type="http://schemas.openxmlformats.org/officeDocument/2006/relationships/slide" Target="slides/slide13.xml"/><Relationship Id="rId64" Type="http://schemas.openxmlformats.org/officeDocument/2006/relationships/font" Target="fonts/IBMPlexMonoLight-regular.fntdata"/><Relationship Id="rId63" Type="http://schemas.openxmlformats.org/officeDocument/2006/relationships/font" Target="fonts/STIXTwoText-boldItalic.fntdata"/><Relationship Id="rId22" Type="http://schemas.openxmlformats.org/officeDocument/2006/relationships/slide" Target="slides/slide15.xml"/><Relationship Id="rId66" Type="http://schemas.openxmlformats.org/officeDocument/2006/relationships/font" Target="fonts/IBMPlexMonoLight-italic.fntdata"/><Relationship Id="rId21" Type="http://schemas.openxmlformats.org/officeDocument/2006/relationships/slide" Target="slides/slide14.xml"/><Relationship Id="rId65" Type="http://schemas.openxmlformats.org/officeDocument/2006/relationships/font" Target="fonts/IBMPlexMonoLight-bold.fntdata"/><Relationship Id="rId24" Type="http://schemas.openxmlformats.org/officeDocument/2006/relationships/slide" Target="slides/slide17.xml"/><Relationship Id="rId68" Type="http://schemas.openxmlformats.org/officeDocument/2006/relationships/font" Target="fonts/DMSansLight-regular.fntdata"/><Relationship Id="rId23" Type="http://schemas.openxmlformats.org/officeDocument/2006/relationships/slide" Target="slides/slide16.xml"/><Relationship Id="rId67" Type="http://schemas.openxmlformats.org/officeDocument/2006/relationships/font" Target="fonts/IBMPlexMonoLight-boldItalic.fntdata"/><Relationship Id="rId60" Type="http://schemas.openxmlformats.org/officeDocument/2006/relationships/font" Target="fonts/STIXTwoText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DMSansLight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font" Target="fonts/STIXTwoTextSemiBold-regular.fntdata"/><Relationship Id="rId51" Type="http://schemas.openxmlformats.org/officeDocument/2006/relationships/font" Target="fonts/Forum-regular.fntdata"/><Relationship Id="rId50" Type="http://schemas.openxmlformats.org/officeDocument/2006/relationships/font" Target="fonts/IBMPlexMono-boldItalic.fntdata"/><Relationship Id="rId53" Type="http://schemas.openxmlformats.org/officeDocument/2006/relationships/font" Target="fonts/DMSansMedium-bold.fntdata"/><Relationship Id="rId52" Type="http://schemas.openxmlformats.org/officeDocument/2006/relationships/font" Target="fonts/DMSansMedium-regular.fntdata"/><Relationship Id="rId11" Type="http://schemas.openxmlformats.org/officeDocument/2006/relationships/slide" Target="slides/slide4.xml"/><Relationship Id="rId55" Type="http://schemas.openxmlformats.org/officeDocument/2006/relationships/font" Target="fonts/DMSansMedium-boldItalic.fntdata"/><Relationship Id="rId10" Type="http://schemas.openxmlformats.org/officeDocument/2006/relationships/slide" Target="slides/slide3.xml"/><Relationship Id="rId54" Type="http://schemas.openxmlformats.org/officeDocument/2006/relationships/font" Target="fonts/DMSansMedium-italic.fntdata"/><Relationship Id="rId13" Type="http://schemas.openxmlformats.org/officeDocument/2006/relationships/slide" Target="slides/slide6.xml"/><Relationship Id="rId57" Type="http://schemas.openxmlformats.org/officeDocument/2006/relationships/font" Target="fonts/Roboto-bold.fntdata"/><Relationship Id="rId12" Type="http://schemas.openxmlformats.org/officeDocument/2006/relationships/slide" Target="slides/slide5.xml"/><Relationship Id="rId56" Type="http://schemas.openxmlformats.org/officeDocument/2006/relationships/font" Target="fonts/Roboto-regular.fntdata"/><Relationship Id="rId15" Type="http://schemas.openxmlformats.org/officeDocument/2006/relationships/slide" Target="slides/slide8.xml"/><Relationship Id="rId59" Type="http://schemas.openxmlformats.org/officeDocument/2006/relationships/font" Target="fonts/Roboto-boldItalic.fntdata"/><Relationship Id="rId14" Type="http://schemas.openxmlformats.org/officeDocument/2006/relationships/slide" Target="slides/slide7.xml"/><Relationship Id="rId58" Type="http://schemas.openxmlformats.org/officeDocument/2006/relationships/font" Target="fonts/Robot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7" name="Google Shape;17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7" name="Google Shape;17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4" name="Google Shape;17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1" name="Google Shape;17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9" name="Google Shape;17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3e6c1734b7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7" name="Google Shape;1787;g3e6c1734b7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6" name="Google Shape;17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4" name="Google Shape;18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3" name="Google Shape;18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2" name="Google Shape;18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3e6c1734b7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1" name="Google Shape;1841;g3e6c1734b7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3e6c1734b7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0" name="Google Shape;1850;g3e6c1734b7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9" name="Google Shape;18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7" name="Google Shape;18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6" name="Google Shape;18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5" name="Google Shape;18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4" name="Google Shape;18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3" name="Google Shape;19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2" name="Google Shape;19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2" name="Google Shape;19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References">
  <p:cSld name="CUSTOM_15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5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5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5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5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5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5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5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5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5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5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5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50"/>
          <p:cNvSpPr/>
          <p:nvPr>
            <p:ph idx="2" type="pic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0"/>
          <p:cNvSpPr/>
          <p:nvPr>
            <p:ph idx="3" type="pic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0"/>
          <p:cNvSpPr/>
          <p:nvPr>
            <p:ph idx="4" type="pic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0"/>
          <p:cNvSpPr txBox="1"/>
          <p:nvPr>
            <p:ph idx="1" type="subTitle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50"/>
          <p:cNvSpPr txBox="1"/>
          <p:nvPr>
            <p:ph idx="5" type="subTitle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6" name="Google Shape;476;p50"/>
          <p:cNvSpPr txBox="1"/>
          <p:nvPr>
            <p:ph idx="6" type="subTitle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7" name="Google Shape;477;p50"/>
          <p:cNvSpPr txBox="1"/>
          <p:nvPr>
            <p:ph idx="7" type="subTitle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8" name="Google Shape;478;p50"/>
          <p:cNvSpPr/>
          <p:nvPr>
            <p:ph idx="8" type="pic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9" type="subTitle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0" name="Google Shape;480;p50"/>
          <p:cNvSpPr/>
          <p:nvPr>
            <p:ph idx="13" type="pic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50"/>
          <p:cNvSpPr txBox="1"/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2" name="Google Shape;482;p50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50"/>
          <p:cNvSpPr txBox="1"/>
          <p:nvPr>
            <p:ph idx="1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2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HEADER_1">
    <p:bg>
      <p:bgPr>
        <a:solidFill>
          <a:schemeClr val="lt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487" name="Google Shape;487;p52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3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91" name="Google Shape;491;p5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53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93" name="Google Shape;493;p53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5" name="Google Shape;495;p54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54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" name="Google Shape;497;p54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54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" name="Google Shape;499;p54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54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54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54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54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54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4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6" name="Google Shape;506;p54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54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8" name="Google Shape;508;p54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9" name="Google Shape;509;p54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0" name="Google Shape;510;p54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1" name="Google Shape;511;p54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2" name="Google Shape;512;p54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54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4" name="Google Shape;514;p54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54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6" name="Google Shape;516;p54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">
  <p:cSld name="CUSTOM_16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5"/>
          <p:cNvSpPr/>
          <p:nvPr>
            <p:ph idx="2" type="pic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5"/>
          <p:cNvSpPr/>
          <p:nvPr>
            <p:ph idx="3" type="pic"/>
          </p:nvPr>
        </p:nvSpPr>
        <p:spPr>
          <a:xfrm>
            <a:off x="4802975" y="4532150"/>
            <a:ext cx="398700" cy="26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0" name="Google Shape;520;p55"/>
          <p:cNvSpPr txBox="1"/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1" name="Google Shape;521;p55"/>
          <p:cNvSpPr txBox="1"/>
          <p:nvPr>
            <p:ph idx="1" type="subTitle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55"/>
          <p:cNvSpPr txBox="1"/>
          <p:nvPr>
            <p:ph idx="4" type="body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 Overview">
  <p:cSld name="CUSTOM_17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6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6" name="Google Shape;526;p56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27" name="Google Shape;527;p56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gredients Equipment Timing">
  <p:cSld name="CUSTOM_18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0" name="Google Shape;530;p57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1" name="Google Shape;531;p57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2" name="Google Shape;532;p57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3" name="Google Shape;533;p57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4" name="Google Shape;534;p57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535" name="Google Shape;535;p57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57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57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57"/>
          <p:cNvSpPr txBox="1"/>
          <p:nvPr>
            <p:ph idx="1" type="body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39" name="Google Shape;539;p57"/>
          <p:cNvSpPr txBox="1"/>
          <p:nvPr>
            <p:ph idx="2" type="body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40" name="Google Shape;540;p57"/>
          <p:cNvSpPr txBox="1"/>
          <p:nvPr>
            <p:ph idx="3" type="body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1" name="Google Shape;541;p57"/>
          <p:cNvSpPr txBox="1"/>
          <p:nvPr>
            <p:ph idx="4" type="body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2" name="Google Shape;542;p57"/>
          <p:cNvSpPr txBox="1"/>
          <p:nvPr>
            <p:ph idx="5" type="subTitle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3" name="Google Shape;543;p57"/>
          <p:cNvSpPr txBox="1"/>
          <p:nvPr>
            <p:ph idx="6" type="subTitle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4" name="Google Shape;544;p57"/>
          <p:cNvSpPr txBox="1"/>
          <p:nvPr>
            <p:ph idx="7" type="subTitle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5" name="Google Shape;545;p5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57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1">
  <p:cSld name="CUSTOM_19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8"/>
          <p:cNvSpPr txBox="1"/>
          <p:nvPr>
            <p:ph idx="1" type="body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49" name="Google Shape;549;p58"/>
          <p:cNvSpPr txBox="1"/>
          <p:nvPr>
            <p:ph idx="2" type="subTitle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0" name="Google Shape;550;p58"/>
          <p:cNvSpPr txBox="1"/>
          <p:nvPr>
            <p:ph idx="3" type="body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1" name="Google Shape;551;p58"/>
          <p:cNvSpPr txBox="1"/>
          <p:nvPr>
            <p:ph idx="4" type="subTitle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2" name="Google Shape;552;p58"/>
          <p:cNvSpPr txBox="1"/>
          <p:nvPr>
            <p:ph idx="5" type="body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3" name="Google Shape;553;p58"/>
          <p:cNvSpPr txBox="1"/>
          <p:nvPr>
            <p:ph idx="6" type="subTitle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4" name="Google Shape;554;p58"/>
          <p:cNvSpPr txBox="1"/>
          <p:nvPr>
            <p:ph idx="7" type="body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5" name="Google Shape;555;p58"/>
          <p:cNvSpPr txBox="1"/>
          <p:nvPr>
            <p:ph idx="8" type="subTitle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6" name="Google Shape;556;p58"/>
          <p:cNvSpPr txBox="1"/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7" name="Google Shape;557;p5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58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2">
  <p:cSld name="CUSTOM_19_1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/>
          <p:nvPr>
            <p:ph idx="1" type="subTitle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cxnSp>
        <p:nvCxnSpPr>
          <p:cNvPr id="561" name="Google Shape;561;p59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59"/>
          <p:cNvSpPr txBox="1"/>
          <p:nvPr>
            <p:ph idx="2" type="body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3" name="Google Shape;563;p59"/>
          <p:cNvSpPr txBox="1"/>
          <p:nvPr>
            <p:ph idx="3" type="subTitle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4" name="Google Shape;564;p59"/>
          <p:cNvSpPr txBox="1"/>
          <p:nvPr>
            <p:ph idx="4" type="body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5" name="Google Shape;565;p59"/>
          <p:cNvSpPr txBox="1"/>
          <p:nvPr>
            <p:ph idx="5" type="subTitle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6" name="Google Shape;566;p59"/>
          <p:cNvSpPr txBox="1"/>
          <p:nvPr>
            <p:ph idx="6" type="body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67" name="Google Shape;567;p59"/>
          <p:cNvSpPr txBox="1"/>
          <p:nvPr>
            <p:ph idx="7" type="subTitle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8" name="Google Shape;568;p59"/>
          <p:cNvSpPr/>
          <p:nvPr>
            <p:ph idx="8" type="pic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9" name="Google Shape;569;p59"/>
          <p:cNvSpPr/>
          <p:nvPr>
            <p:ph idx="9" type="pic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0" name="Google Shape;570;p59"/>
          <p:cNvSpPr/>
          <p:nvPr>
            <p:ph idx="13" type="pic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1" name="Google Shape;571;p59"/>
          <p:cNvSpPr txBox="1"/>
          <p:nvPr>
            <p:ph idx="14" type="body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2" name="Google Shape;572;p59"/>
          <p:cNvSpPr txBox="1"/>
          <p:nvPr>
            <p:ph idx="15" type="subTitle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3" name="Google Shape;573;p59"/>
          <p:cNvSpPr txBox="1"/>
          <p:nvPr>
            <p:ph idx="16" type="body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4" name="Google Shape;574;p59"/>
          <p:cNvSpPr txBox="1"/>
          <p:nvPr>
            <p:ph idx="17" type="subTitle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5" name="Google Shape;575;p59"/>
          <p:cNvSpPr txBox="1"/>
          <p:nvPr>
            <p:ph idx="18" type="body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6" name="Google Shape;576;p59"/>
          <p:cNvSpPr txBox="1"/>
          <p:nvPr>
            <p:ph idx="19" type="subTitle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7" name="Google Shape;577;p59"/>
          <p:cNvSpPr/>
          <p:nvPr>
            <p:ph idx="20" type="pic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8" name="Google Shape;578;p59"/>
          <p:cNvSpPr/>
          <p:nvPr>
            <p:ph idx="21" type="pic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9" name="Google Shape;579;p59"/>
          <p:cNvSpPr/>
          <p:nvPr>
            <p:ph idx="22" type="pic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0" name="Google Shape;580;p5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1" name="Google Shape;581;p59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3">
  <p:cSld name="CUSTOM_19_1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 txBox="1"/>
          <p:nvPr>
            <p:ph idx="1" type="body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4" name="Google Shape;584;p60"/>
          <p:cNvSpPr txBox="1"/>
          <p:nvPr>
            <p:ph idx="2" type="subTitle"/>
          </p:nvPr>
        </p:nvSpPr>
        <p:spPr>
          <a:xfrm>
            <a:off x="38047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5" name="Google Shape;585;p60"/>
          <p:cNvSpPr txBox="1"/>
          <p:nvPr>
            <p:ph idx="3" type="subTitle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6" name="Google Shape;586;p60"/>
          <p:cNvSpPr txBox="1"/>
          <p:nvPr>
            <p:ph idx="4" type="body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7" name="Google Shape;587;p60"/>
          <p:cNvSpPr txBox="1"/>
          <p:nvPr>
            <p:ph idx="5" type="body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88" name="Google Shape;588;p60"/>
          <p:cNvSpPr txBox="1"/>
          <p:nvPr>
            <p:ph idx="6" type="subTitle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9" name="Google Shape;589;p60"/>
          <p:cNvSpPr txBox="1"/>
          <p:nvPr>
            <p:ph idx="7" type="body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0" name="Google Shape;590;p60"/>
          <p:cNvSpPr txBox="1"/>
          <p:nvPr>
            <p:ph idx="8" type="subTitle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1" name="Google Shape;591;p60"/>
          <p:cNvSpPr txBox="1"/>
          <p:nvPr>
            <p:ph idx="9" type="subTitle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2" name="Google Shape;592;p60"/>
          <p:cNvSpPr txBox="1"/>
          <p:nvPr>
            <p:ph idx="13" type="body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3" name="Google Shape;593;p60"/>
          <p:cNvSpPr txBox="1"/>
          <p:nvPr>
            <p:ph idx="14" type="body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4" name="Google Shape;594;p60"/>
          <p:cNvSpPr txBox="1"/>
          <p:nvPr>
            <p:ph idx="15" type="subTitle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5" name="Google Shape;595;p60"/>
          <p:cNvSpPr txBox="1"/>
          <p:nvPr>
            <p:ph idx="16" type="body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6" name="Google Shape;596;p60"/>
          <p:cNvSpPr txBox="1"/>
          <p:nvPr>
            <p:ph idx="17" type="subTitle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7" name="Google Shape;597;p60"/>
          <p:cNvSpPr txBox="1"/>
          <p:nvPr>
            <p:ph idx="18" type="subTitle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8" name="Google Shape;598;p60"/>
          <p:cNvSpPr txBox="1"/>
          <p:nvPr>
            <p:ph idx="19" type="body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9" name="Google Shape;599;p60"/>
          <p:cNvSpPr txBox="1"/>
          <p:nvPr>
            <p:ph idx="20" type="body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0" name="Google Shape;600;p60"/>
          <p:cNvSpPr txBox="1"/>
          <p:nvPr>
            <p:ph idx="21" type="subTitle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1" name="Google Shape;601;p60"/>
          <p:cNvSpPr txBox="1"/>
          <p:nvPr>
            <p:ph idx="22" type="subTitle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2" name="Google Shape;602;p6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3" name="Google Shape;603;p60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4">
  <p:cSld name="CUSTOM_22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 txBox="1"/>
          <p:nvPr>
            <p:ph idx="1" type="body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6" name="Google Shape;606;p61"/>
          <p:cNvSpPr txBox="1"/>
          <p:nvPr>
            <p:ph idx="2" type="subTitle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7" name="Google Shape;607;p61"/>
          <p:cNvSpPr/>
          <p:nvPr>
            <p:ph idx="3" type="pic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8" name="Google Shape;608;p61"/>
          <p:cNvSpPr/>
          <p:nvPr>
            <p:ph idx="4" type="pic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9" name="Google Shape;609;p61"/>
          <p:cNvSpPr txBox="1"/>
          <p:nvPr>
            <p:ph idx="5" type="body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0" name="Google Shape;610;p61"/>
          <p:cNvSpPr txBox="1"/>
          <p:nvPr>
            <p:ph idx="6" type="subTitle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1" name="Google Shape;611;p61"/>
          <p:cNvSpPr txBox="1"/>
          <p:nvPr>
            <p:ph idx="7" type="body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12" name="Google Shape;612;p61"/>
          <p:cNvSpPr txBox="1"/>
          <p:nvPr>
            <p:ph idx="8" type="subTitle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3" name="Google Shape;613;p61"/>
          <p:cNvSpPr/>
          <p:nvPr>
            <p:ph idx="9" type="pic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4" name="Google Shape;614;p61"/>
          <p:cNvSpPr txBox="1"/>
          <p:nvPr>
            <p:ph idx="13" type="body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5" name="Google Shape;615;p61"/>
          <p:cNvSpPr txBox="1"/>
          <p:nvPr>
            <p:ph idx="14" type="subTitle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6" name="Google Shape;616;p61"/>
          <p:cNvSpPr/>
          <p:nvPr>
            <p:ph idx="15" type="pic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7" name="Google Shape;617;p61"/>
          <p:cNvSpPr/>
          <p:nvPr>
            <p:ph idx="16" type="pic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8" name="Google Shape;618;p61"/>
          <p:cNvSpPr txBox="1"/>
          <p:nvPr>
            <p:ph idx="17" type="body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9" name="Google Shape;619;p61"/>
          <p:cNvSpPr txBox="1"/>
          <p:nvPr>
            <p:ph idx="18" type="subTitle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0" name="Google Shape;620;p61"/>
          <p:cNvSpPr txBox="1"/>
          <p:nvPr>
            <p:ph idx="19" type="body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1" name="Google Shape;621;p61"/>
          <p:cNvSpPr txBox="1"/>
          <p:nvPr>
            <p:ph idx="20" type="subTitle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2" name="Google Shape;622;p61"/>
          <p:cNvSpPr/>
          <p:nvPr>
            <p:ph idx="21" type="pic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3" name="Google Shape;623;p61"/>
          <p:cNvSpPr txBox="1"/>
          <p:nvPr>
            <p:ph idx="22" type="body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4" name="Google Shape;624;p61"/>
          <p:cNvSpPr txBox="1"/>
          <p:nvPr>
            <p:ph idx="23" type="subTitle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5" name="Google Shape;625;p61"/>
          <p:cNvSpPr/>
          <p:nvPr>
            <p:ph idx="24" type="pic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6" name="Google Shape;626;p61"/>
          <p:cNvSpPr/>
          <p:nvPr>
            <p:ph idx="25" type="pic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7" name="Google Shape;627;p61"/>
          <p:cNvSpPr txBox="1"/>
          <p:nvPr>
            <p:ph idx="26" type="body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8" name="Google Shape;628;p61"/>
          <p:cNvSpPr txBox="1"/>
          <p:nvPr>
            <p:ph idx="27" type="subTitle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9" name="Google Shape;629;p61"/>
          <p:cNvSpPr txBox="1"/>
          <p:nvPr>
            <p:ph idx="28" type="body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30" name="Google Shape;630;p61"/>
          <p:cNvSpPr txBox="1"/>
          <p:nvPr>
            <p:ph idx="29" type="subTitle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31" name="Google Shape;631;p61"/>
          <p:cNvSpPr/>
          <p:nvPr>
            <p:ph idx="30" type="pic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32" name="Google Shape;632;p61"/>
          <p:cNvSpPr txBox="1"/>
          <p:nvPr>
            <p:ph idx="31" type="subTitle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3" name="Google Shape;633;p6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61"/>
          <p:cNvSpPr txBox="1"/>
          <p:nvPr>
            <p:ph idx="3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a">
  <p:cSld name="CUSTOM_23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2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6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6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6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6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6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6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6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6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6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6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6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6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6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62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62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55" name="Google Shape;655;p62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6" name="Google Shape;656;p62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7" name="Google Shape;657;p62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8" name="Google Shape;658;p62"/>
          <p:cNvSpPr txBox="1"/>
          <p:nvPr>
            <p:ph idx="4" type="body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59" name="Google Shape;659;p62"/>
          <p:cNvSpPr txBox="1"/>
          <p:nvPr>
            <p:ph idx="5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0" name="Google Shape;660;p62"/>
          <p:cNvSpPr txBox="1"/>
          <p:nvPr>
            <p:ph idx="6" type="body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61" name="Google Shape;661;p62"/>
          <p:cNvSpPr txBox="1"/>
          <p:nvPr>
            <p:ph idx="7" type="subTitle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2" name="Google Shape;662;p62"/>
          <p:cNvSpPr txBox="1"/>
          <p:nvPr>
            <p:ph idx="8" type="body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63" name="Google Shape;663;p62"/>
          <p:cNvSpPr txBox="1"/>
          <p:nvPr>
            <p:ph idx="9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4" name="Google Shape;664;p62"/>
          <p:cNvSpPr txBox="1"/>
          <p:nvPr>
            <p:ph idx="13" type="body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65" name="Google Shape;665;p62"/>
          <p:cNvSpPr txBox="1"/>
          <p:nvPr>
            <p:ph idx="14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6" name="Google Shape;666;p62"/>
          <p:cNvSpPr txBox="1"/>
          <p:nvPr>
            <p:ph idx="15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62"/>
          <p:cNvSpPr txBox="1"/>
          <p:nvPr>
            <p:ph idx="16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b">
  <p:cSld name="CUSTOM_23_1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6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6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6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63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6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6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3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6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6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6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6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6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63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63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63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63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63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7" name="Google Shape;687;p63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8" name="Google Shape;688;p63"/>
          <p:cNvSpPr/>
          <p:nvPr>
            <p:ph idx="2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89" name="Google Shape;689;p63"/>
          <p:cNvSpPr txBox="1"/>
          <p:nvPr>
            <p:ph idx="3" type="body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90" name="Google Shape;690;p63"/>
          <p:cNvSpPr txBox="1"/>
          <p:nvPr>
            <p:ph idx="4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91" name="Google Shape;691;p63"/>
          <p:cNvSpPr txBox="1"/>
          <p:nvPr>
            <p:ph idx="5" type="body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92" name="Google Shape;692;p63"/>
          <p:cNvSpPr txBox="1"/>
          <p:nvPr>
            <p:ph idx="6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93" name="Google Shape;693;p63"/>
          <p:cNvSpPr txBox="1"/>
          <p:nvPr>
            <p:ph idx="7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4" name="Google Shape;694;p63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Serve">
  <p:cSld name="CUSTOM_20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6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6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6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6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6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6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6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6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6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6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6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6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6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6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6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64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64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64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64"/>
          <p:cNvSpPr txBox="1"/>
          <p:nvPr>
            <p:ph idx="1" type="body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18" name="Google Shape;718;p64"/>
          <p:cNvSpPr/>
          <p:nvPr>
            <p:ph idx="2" type="pic"/>
          </p:nvPr>
        </p:nvSpPr>
        <p:spPr>
          <a:xfrm>
            <a:off x="6131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9" name="Google Shape;719;p64"/>
          <p:cNvSpPr/>
          <p:nvPr>
            <p:ph idx="3" type="pic"/>
          </p:nvPr>
        </p:nvSpPr>
        <p:spPr>
          <a:xfrm>
            <a:off x="346535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0" name="Google Shape;720;p64"/>
          <p:cNvSpPr/>
          <p:nvPr>
            <p:ph idx="4" type="pic"/>
          </p:nvPr>
        </p:nvSpPr>
        <p:spPr>
          <a:xfrm>
            <a:off x="63000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1" name="Google Shape;721;p64"/>
          <p:cNvSpPr txBox="1"/>
          <p:nvPr>
            <p:ph idx="5" type="body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2" name="Google Shape;722;p64"/>
          <p:cNvSpPr txBox="1"/>
          <p:nvPr>
            <p:ph idx="6" type="body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3" name="Google Shape;723;p64"/>
          <p:cNvSpPr txBox="1"/>
          <p:nvPr>
            <p:ph idx="7" type="body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21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21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21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21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21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21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21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21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21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4" name="Google Shape;724;p64"/>
          <p:cNvSpPr txBox="1"/>
          <p:nvPr>
            <p:ph idx="8" type="subTitle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5" name="Google Shape;725;p64"/>
          <p:cNvSpPr txBox="1"/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6" name="Google Shape;726;p6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64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mentary Food and Dishes">
  <p:cSld name="CUSTOM_2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5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30" name="Google Shape;730;p65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731" name="Google Shape;731;p65"/>
          <p:cNvSpPr/>
          <p:nvPr>
            <p:ph idx="2" type="pic"/>
          </p:nvPr>
        </p:nvSpPr>
        <p:spPr>
          <a:xfrm>
            <a:off x="6361100" y="31467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2" name="Google Shape;732;p65"/>
          <p:cNvSpPr/>
          <p:nvPr>
            <p:ph idx="3" type="pic"/>
          </p:nvPr>
        </p:nvSpPr>
        <p:spPr>
          <a:xfrm>
            <a:off x="6361100" y="1841538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3" name="Google Shape;733;p65"/>
          <p:cNvSpPr/>
          <p:nvPr>
            <p:ph idx="4" type="pic"/>
          </p:nvPr>
        </p:nvSpPr>
        <p:spPr>
          <a:xfrm>
            <a:off x="6361100" y="3368413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4" name="Google Shape;734;p65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65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mories">
  <p:cSld name="CUSTOM_2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6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6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66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66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6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66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6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6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6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6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6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6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6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66"/>
          <p:cNvSpPr txBox="1"/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2" name="Google Shape;762;p66"/>
          <p:cNvSpPr/>
          <p:nvPr>
            <p:ph idx="2" type="pic"/>
          </p:nvPr>
        </p:nvSpPr>
        <p:spPr>
          <a:xfrm>
            <a:off x="2504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3" name="Google Shape;763;p66"/>
          <p:cNvSpPr/>
          <p:nvPr>
            <p:ph idx="3" type="pic"/>
          </p:nvPr>
        </p:nvSpPr>
        <p:spPr>
          <a:xfrm>
            <a:off x="33140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4" name="Google Shape;764;p66"/>
          <p:cNvSpPr/>
          <p:nvPr>
            <p:ph idx="4" type="pic"/>
          </p:nvPr>
        </p:nvSpPr>
        <p:spPr>
          <a:xfrm>
            <a:off x="637025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5" name="Google Shape;765;p66"/>
          <p:cNvSpPr/>
          <p:nvPr>
            <p:ph idx="5" type="pic"/>
          </p:nvPr>
        </p:nvSpPr>
        <p:spPr>
          <a:xfrm>
            <a:off x="2504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6" name="Google Shape;766;p66"/>
          <p:cNvSpPr/>
          <p:nvPr>
            <p:ph idx="6" type="pic"/>
          </p:nvPr>
        </p:nvSpPr>
        <p:spPr>
          <a:xfrm>
            <a:off x="33140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7" name="Google Shape;767;p66"/>
          <p:cNvSpPr/>
          <p:nvPr>
            <p:ph idx="7" type="pic"/>
          </p:nvPr>
        </p:nvSpPr>
        <p:spPr>
          <a:xfrm>
            <a:off x="637025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8" name="Google Shape;768;p6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9" name="Google Shape;769;p66"/>
          <p:cNvSpPr txBox="1"/>
          <p:nvPr>
            <p:ph idx="1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Thoughts">
  <p:cSld name="CUSTOM_21_1_1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6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6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6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6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6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6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6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7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67"/>
          <p:cNvSpPr txBox="1"/>
          <p:nvPr>
            <p:ph idx="1" type="subTitle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8" name="Google Shape;788;p67"/>
          <p:cNvSpPr txBox="1"/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789" name="Google Shape;789;p67"/>
          <p:cNvSpPr txBox="1"/>
          <p:nvPr>
            <p:ph idx="2" type="body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90" name="Google Shape;790;p67"/>
          <p:cNvSpPr txBox="1"/>
          <p:nvPr>
            <p:ph idx="3" type="body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91" name="Google Shape;791;p67"/>
          <p:cNvSpPr txBox="1"/>
          <p:nvPr>
            <p:ph idx="4" type="body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92" name="Google Shape;792;p6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3" name="Google Shape;793;p67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21_1_1_1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6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6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6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6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6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6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6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6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6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6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6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6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6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6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6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6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6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6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6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6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8"/>
          <p:cNvSpPr/>
          <p:nvPr>
            <p:ph idx="2" type="pic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68"/>
          <p:cNvSpPr txBox="1"/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_1">
    <p:bg>
      <p:bgPr>
        <a:solidFill>
          <a:schemeClr val="lt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9"/>
          <p:cNvSpPr txBox="1"/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822" name="Google Shape;822;p69"/>
          <p:cNvSpPr txBox="1"/>
          <p:nvPr>
            <p:ph idx="1" type="subTitle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21_1_1_1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7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7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7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7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7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7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7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7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7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7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7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7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7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7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7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7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7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70"/>
          <p:cNvSpPr txBox="1"/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1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71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851" name="Google Shape;851;p71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2" name="Google Shape;852;p71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3_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7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7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7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7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7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7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7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7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7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7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7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7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7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7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72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71" name="Google Shape;871;p72"/>
          <p:cNvSpPr txBox="1"/>
          <p:nvPr>
            <p:ph idx="1" type="body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72" name="Google Shape;872;p7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72"/>
          <p:cNvSpPr txBox="1"/>
          <p:nvPr>
            <p:ph idx="2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1_2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3"/>
          <p:cNvSpPr txBox="1"/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3_2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7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7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7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7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7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7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7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7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7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7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7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74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74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95" name="Google Shape;895;p74"/>
          <p:cNvSpPr txBox="1"/>
          <p:nvPr>
            <p:ph idx="2" type="subTitle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SECTION_HEADER_1_2_1">
    <p:bg>
      <p:bgPr>
        <a:solidFill>
          <a:schemeClr val="lt1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5"/>
          <p:cNvSpPr txBox="1"/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3_2_1_1_1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6"/>
          <p:cNvSpPr txBox="1"/>
          <p:nvPr>
            <p:ph idx="1" type="body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_2">
    <p:bg>
      <p:bgPr>
        <a:solidFill>
          <a:schemeClr val="lt1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7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7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7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7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7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7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7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7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7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7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7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7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7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7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77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17" name="Google Shape;917;p77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77"/>
          <p:cNvSpPr txBox="1"/>
          <p:nvPr>
            <p:ph idx="1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4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0" name="Google Shape;920;p78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1" name="Google Shape;921;p78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2" name="Google Shape;922;p78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78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4" name="Google Shape;924;p78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p78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6" name="Google Shape;926;p78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p78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78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9" name="Google Shape;929;p78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78"/>
          <p:cNvSpPr txBox="1"/>
          <p:nvPr>
            <p:ph idx="1" type="subTitle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78"/>
          <p:cNvSpPr txBox="1"/>
          <p:nvPr>
            <p:ph idx="2" type="subTitle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2" name="Google Shape;932;p78"/>
          <p:cNvSpPr txBox="1"/>
          <p:nvPr>
            <p:ph idx="3" type="subTitle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3" name="Google Shape;933;p78"/>
          <p:cNvSpPr txBox="1"/>
          <p:nvPr>
            <p:ph idx="4" type="subTitle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4" name="Google Shape;934;p78"/>
          <p:cNvSpPr txBox="1"/>
          <p:nvPr>
            <p:ph idx="5" type="subTitle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5" name="Google Shape;935;p78"/>
          <p:cNvSpPr txBox="1"/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cxnSp>
        <p:nvCxnSpPr>
          <p:cNvPr id="936" name="Google Shape;936;p78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78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78"/>
          <p:cNvSpPr txBox="1"/>
          <p:nvPr>
            <p:ph idx="6" type="subTitle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7_1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9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1" name="Google Shape;941;p79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42" name="Google Shape;942;p79"/>
          <p:cNvSpPr txBox="1"/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3_2_1_2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8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8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8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8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8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8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8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8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8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8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8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8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8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8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80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80"/>
          <p:cNvSpPr txBox="1"/>
          <p:nvPr>
            <p:ph idx="1" type="body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1" name="Google Shape;961;p80"/>
          <p:cNvSpPr txBox="1"/>
          <p:nvPr>
            <p:ph idx="2" type="subTitle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62" name="Google Shape;962;p80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80"/>
          <p:cNvSpPr txBox="1"/>
          <p:nvPr>
            <p:ph idx="3" type="body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4" name="Google Shape;964;p80"/>
          <p:cNvSpPr txBox="1"/>
          <p:nvPr>
            <p:ph idx="4" type="subTitle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65" name="Google Shape;965;p80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0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1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81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81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81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81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81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81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81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81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81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81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81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81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81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81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81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81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81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81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81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81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81"/>
          <p:cNvSpPr txBox="1"/>
          <p:nvPr>
            <p:ph idx="1" type="body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989" name="Google Shape;989;p81"/>
          <p:cNvSpPr txBox="1"/>
          <p:nvPr>
            <p:ph idx="2" type="body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90" name="Google Shape;990;p81"/>
          <p:cNvSpPr txBox="1"/>
          <p:nvPr>
            <p:ph idx="3" type="body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91" name="Google Shape;991;p81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92" name="Google Shape;992;p81"/>
          <p:cNvSpPr txBox="1"/>
          <p:nvPr>
            <p:ph idx="4" type="subTitle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93" name="Google Shape;993;p81"/>
          <p:cNvSpPr txBox="1"/>
          <p:nvPr>
            <p:ph idx="5" type="subTitle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94" name="Google Shape;994;p81"/>
          <p:cNvSpPr txBox="1"/>
          <p:nvPr>
            <p:ph idx="6" type="subTitle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20_1_1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8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8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8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82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8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8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82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8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8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8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82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8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8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8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8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8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8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82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82"/>
          <p:cNvSpPr txBox="1"/>
          <p:nvPr>
            <p:ph idx="1" type="body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16" name="Google Shape;1016;p82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17" name="Google Shape;1017;p82"/>
          <p:cNvSpPr txBox="1"/>
          <p:nvPr>
            <p:ph idx="2" type="subTitle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18" name="Google Shape;1018;p82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82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82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82"/>
          <p:cNvSpPr txBox="1"/>
          <p:nvPr>
            <p:ph idx="3" type="body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2" name="Google Shape;1022;p82"/>
          <p:cNvSpPr txBox="1"/>
          <p:nvPr>
            <p:ph idx="4" type="subTitle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23" name="Google Shape;1023;p82"/>
          <p:cNvSpPr txBox="1"/>
          <p:nvPr>
            <p:ph idx="5" type="body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4" name="Google Shape;1024;p82"/>
          <p:cNvSpPr txBox="1"/>
          <p:nvPr>
            <p:ph idx="6" type="subTitle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25" name="Google Shape;1025;p82"/>
          <p:cNvSpPr txBox="1"/>
          <p:nvPr>
            <p:ph idx="7" type="body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6" name="Google Shape;1026;p82"/>
          <p:cNvSpPr txBox="1"/>
          <p:nvPr>
            <p:ph idx="8" type="subTitle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3_3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9" name="Google Shape;1029;p8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8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8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83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8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8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83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8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8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8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8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8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83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83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83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83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83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83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47" name="Google Shape;1047;p83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48" name="Google Shape;1048;p83"/>
          <p:cNvSpPr txBox="1"/>
          <p:nvPr>
            <p:ph idx="1" type="body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49" name="Google Shape;1049;p83"/>
          <p:cNvSpPr txBox="1"/>
          <p:nvPr>
            <p:ph idx="4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50" name="Google Shape;1050;p83"/>
          <p:cNvSpPr txBox="1"/>
          <p:nvPr>
            <p:ph idx="5" type="body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51" name="Google Shape;1051;p83"/>
          <p:cNvSpPr txBox="1"/>
          <p:nvPr>
            <p:ph idx="6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52" name="Google Shape;1052;p83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0_1_2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8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8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8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8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8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8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8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8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8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8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8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8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8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8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8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8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8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84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84"/>
          <p:cNvSpPr txBox="1"/>
          <p:nvPr>
            <p:ph idx="1" type="body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74" name="Google Shape;1074;p84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75" name="Google Shape;1075;p84"/>
          <p:cNvSpPr txBox="1"/>
          <p:nvPr>
            <p:ph idx="2" type="subTitle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76" name="Google Shape;1076;p84"/>
          <p:cNvSpPr/>
          <p:nvPr>
            <p:ph idx="3" type="pic"/>
          </p:nvPr>
        </p:nvSpPr>
        <p:spPr>
          <a:xfrm>
            <a:off x="6131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77" name="Google Shape;1077;p84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84"/>
          <p:cNvSpPr txBox="1"/>
          <p:nvPr>
            <p:ph idx="4" type="body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79" name="Google Shape;1079;p84"/>
          <p:cNvSpPr txBox="1"/>
          <p:nvPr>
            <p:ph idx="5" type="subTitle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80" name="Google Shape;1080;p84"/>
          <p:cNvSpPr/>
          <p:nvPr>
            <p:ph idx="6" type="pic"/>
          </p:nvPr>
        </p:nvSpPr>
        <p:spPr>
          <a:xfrm>
            <a:off x="344775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81" name="Google Shape;1081;p84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84"/>
          <p:cNvSpPr txBox="1"/>
          <p:nvPr>
            <p:ph idx="7" type="body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83" name="Google Shape;1083;p84"/>
          <p:cNvSpPr txBox="1"/>
          <p:nvPr>
            <p:ph idx="8" type="subTitle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84" name="Google Shape;1084;p84"/>
          <p:cNvSpPr/>
          <p:nvPr>
            <p:ph idx="9" type="pic"/>
          </p:nvPr>
        </p:nvSpPr>
        <p:spPr>
          <a:xfrm>
            <a:off x="62824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1_1_1_1_2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5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85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85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85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85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85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85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85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8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8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8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8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8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8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8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8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8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8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8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8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8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8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8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85"/>
          <p:cNvSpPr/>
          <p:nvPr>
            <p:ph idx="2" type="pic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1_1_2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8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8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8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86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86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8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86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8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8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8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8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8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8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8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8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8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8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8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8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8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8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8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8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86"/>
          <p:cNvSpPr txBox="1"/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136" name="Google Shape;1136;p86"/>
          <p:cNvSpPr/>
          <p:nvPr>
            <p:ph idx="2" type="pic"/>
          </p:nvPr>
        </p:nvSpPr>
        <p:spPr>
          <a:xfrm>
            <a:off x="3908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7" name="Google Shape;1137;p86"/>
          <p:cNvSpPr/>
          <p:nvPr>
            <p:ph idx="3" type="pic"/>
          </p:nvPr>
        </p:nvSpPr>
        <p:spPr>
          <a:xfrm>
            <a:off x="3908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8" name="Google Shape;1138;p86"/>
          <p:cNvSpPr/>
          <p:nvPr>
            <p:ph idx="4" type="pic"/>
          </p:nvPr>
        </p:nvSpPr>
        <p:spPr>
          <a:xfrm>
            <a:off x="3908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9" name="Google Shape;1139;p86"/>
          <p:cNvSpPr/>
          <p:nvPr>
            <p:ph idx="5" type="pic"/>
          </p:nvPr>
        </p:nvSpPr>
        <p:spPr>
          <a:xfrm>
            <a:off x="344615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0" name="Google Shape;1140;p86"/>
          <p:cNvSpPr/>
          <p:nvPr>
            <p:ph idx="6" type="pic"/>
          </p:nvPr>
        </p:nvSpPr>
        <p:spPr>
          <a:xfrm>
            <a:off x="344615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1" name="Google Shape;1141;p86"/>
          <p:cNvSpPr/>
          <p:nvPr>
            <p:ph idx="7" type="pic"/>
          </p:nvPr>
        </p:nvSpPr>
        <p:spPr>
          <a:xfrm>
            <a:off x="344615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2" name="Google Shape;1142;p86"/>
          <p:cNvSpPr/>
          <p:nvPr>
            <p:ph idx="8" type="pic"/>
          </p:nvPr>
        </p:nvSpPr>
        <p:spPr>
          <a:xfrm>
            <a:off x="65015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3" name="Google Shape;1143;p86"/>
          <p:cNvSpPr/>
          <p:nvPr>
            <p:ph idx="9" type="pic"/>
          </p:nvPr>
        </p:nvSpPr>
        <p:spPr>
          <a:xfrm>
            <a:off x="65015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4" name="Google Shape;1144;p86"/>
          <p:cNvSpPr/>
          <p:nvPr>
            <p:ph idx="13" type="pic"/>
          </p:nvPr>
        </p:nvSpPr>
        <p:spPr>
          <a:xfrm>
            <a:off x="65015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CUSTOM_1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Google Shape;1150;p8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151" name="Google Shape;1151;p8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8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8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4" name="Google Shape;1154;p8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155" name="Google Shape;1155;p88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6" name="Google Shape;1156;p8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7" name="Google Shape;1157;p8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8" name="Google Shape;1158;p88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9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89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2" name="Google Shape;116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3" name="Google Shape;1163;p89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89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89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89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89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89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89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0" name="Google Shape;1170;p89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1171" name="Google Shape;1171;p89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89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3" name="Google Shape;1173;p89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1174" name="Google Shape;1174;p89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89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6" name="Google Shape;1176;p89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1177" name="Google Shape;1177;p89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89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9" name="Google Shape;1179;p89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2" name="Google Shape;1182;p9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83" name="Google Shape;1183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9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87" name="Google Shape;1187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8" name="Google Shape;1188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9" name="Google Shape;118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4"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2" name="Google Shape;1192;p9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3" name="Google Shape;1193;p9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4" name="Google Shape;1194;p9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5" name="Google Shape;1195;p9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6" name="Google Shape;1196;p9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1">
    <p:bg>
      <p:bgPr>
        <a:solidFill>
          <a:schemeClr val="lt2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3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93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0" name="Google Shape;1200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1" name="Google Shape;1201;p93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93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93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93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93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93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93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8" name="Google Shape;1208;p93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1209" name="Google Shape;1209;p93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0" name="Google Shape;1210;p93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1" name="Google Shape;1211;p93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1212" name="Google Shape;1212;p93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3" name="Google Shape;1213;p93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4" name="Google Shape;1214;p93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1215" name="Google Shape;1215;p93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6" name="Google Shape;1216;p93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7" name="Google Shape;1217;p93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18" name="Google Shape;1218;p93"/>
          <p:cNvSpPr txBox="1"/>
          <p:nvPr>
            <p:ph idx="2" type="subTitle"/>
          </p:nvPr>
        </p:nvSpPr>
        <p:spPr>
          <a:xfrm>
            <a:off x="2418125" y="3777425"/>
            <a:ext cx="2198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19" name="Google Shape;1219;p93"/>
          <p:cNvSpPr txBox="1"/>
          <p:nvPr>
            <p:ph idx="3" type="subTitle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0" name="Google Shape;1220;p93"/>
          <p:cNvSpPr txBox="1"/>
          <p:nvPr>
            <p:ph idx="4" type="subTitle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1" name="Google Shape;1221;p93"/>
          <p:cNvSpPr txBox="1"/>
          <p:nvPr>
            <p:ph idx="5" type="subTitle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2" name="Google Shape;1222;p93"/>
          <p:cNvSpPr txBox="1"/>
          <p:nvPr>
            <p:ph idx="6" type="body"/>
          </p:nvPr>
        </p:nvSpPr>
        <p:spPr>
          <a:xfrm>
            <a:off x="2418125" y="4033925"/>
            <a:ext cx="2198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23" name="Google Shape;1223;p93"/>
          <p:cNvSpPr txBox="1"/>
          <p:nvPr>
            <p:ph idx="7" type="body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5" name="Google Shape;1225;p9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26" name="Google Shape;1226;p9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9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9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9" name="Google Shape;1229;p94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0" name="Google Shape;1230;p94"/>
          <p:cNvSpPr txBox="1"/>
          <p:nvPr>
            <p:ph idx="1" type="subTitle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p94"/>
          <p:cNvSpPr txBox="1"/>
          <p:nvPr>
            <p:ph idx="2" type="subTitle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94"/>
          <p:cNvSpPr txBox="1"/>
          <p:nvPr>
            <p:ph idx="3" type="subTitle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94"/>
          <p:cNvSpPr txBox="1"/>
          <p:nvPr>
            <p:ph idx="4" type="subTitle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94"/>
          <p:cNvSpPr txBox="1"/>
          <p:nvPr>
            <p:ph idx="5" type="subTitle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5" name="Google Shape;1235;p94"/>
          <p:cNvSpPr txBox="1"/>
          <p:nvPr>
            <p:ph idx="6" type="subTitle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6" name="Google Shape;1236;p94"/>
          <p:cNvSpPr txBox="1"/>
          <p:nvPr>
            <p:ph idx="7" type="subTitle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7" name="Google Shape;1237;p94"/>
          <p:cNvSpPr txBox="1"/>
          <p:nvPr>
            <p:ph idx="8" type="subTitle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8" name="Google Shape;1238;p94"/>
          <p:cNvSpPr txBox="1"/>
          <p:nvPr>
            <p:ph idx="9" type="subTitle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9" name="Google Shape;1239;p94"/>
          <p:cNvSpPr txBox="1"/>
          <p:nvPr>
            <p:ph idx="13" type="subTitle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0" name="Google Shape;1240;p94"/>
          <p:cNvSpPr txBox="1"/>
          <p:nvPr>
            <p:ph idx="14" type="subTitle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1" name="Google Shape;1241;p9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42" name="Google Shape;1242;p94"/>
          <p:cNvSpPr txBox="1"/>
          <p:nvPr>
            <p:ph idx="1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43" name="Google Shape;1243;p94"/>
          <p:cNvSpPr txBox="1"/>
          <p:nvPr>
            <p:ph idx="1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44" name="Google Shape;1244;p94"/>
          <p:cNvSpPr txBox="1"/>
          <p:nvPr>
            <p:ph idx="17" type="title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5" name="Google Shape;1245;p94"/>
          <p:cNvSpPr txBox="1"/>
          <p:nvPr>
            <p:ph idx="18" type="title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6" name="Google Shape;1246;p94"/>
          <p:cNvSpPr txBox="1"/>
          <p:nvPr>
            <p:ph idx="19" type="title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7" name="Google Shape;1247;p94"/>
          <p:cNvSpPr txBox="1"/>
          <p:nvPr>
            <p:ph idx="20" type="title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8" name="Google Shape;1248;p94"/>
          <p:cNvSpPr txBox="1"/>
          <p:nvPr>
            <p:ph idx="21" type="title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9" name="Google Shape;1249;p94"/>
          <p:cNvSpPr txBox="1"/>
          <p:nvPr>
            <p:ph idx="22" type="title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0" name="Google Shape;1250;p94"/>
          <p:cNvSpPr txBox="1"/>
          <p:nvPr>
            <p:ph idx="23" type="title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1" name="Google Shape;1251;p94"/>
          <p:cNvSpPr txBox="1"/>
          <p:nvPr>
            <p:ph idx="24" type="title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2" name="Google Shape;1252;p94"/>
          <p:cNvSpPr txBox="1"/>
          <p:nvPr>
            <p:ph idx="25" type="title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3" name="Google Shape;1253;p94"/>
          <p:cNvSpPr txBox="1"/>
          <p:nvPr>
            <p:ph idx="26" type="title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4" name="Google Shape;1254;p94"/>
          <p:cNvSpPr txBox="1"/>
          <p:nvPr>
            <p:ph idx="27" type="title"/>
          </p:nvPr>
        </p:nvSpPr>
        <p:spPr>
          <a:xfrm>
            <a:off x="8155150" y="766763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4"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6" name="Google Shape;1256;p9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57" name="Google Shape;1257;p9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9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9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0" name="Google Shape;1260;p9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61" name="Google Shape;1261;p95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62" name="Google Shape;1262;p95"/>
          <p:cNvSpPr/>
          <p:nvPr/>
        </p:nvSpPr>
        <p:spPr>
          <a:xfrm rot="10800000">
            <a:off x="4795425" y="1030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95"/>
          <p:cNvSpPr txBox="1"/>
          <p:nvPr>
            <p:ph idx="1" type="subTitle"/>
          </p:nvPr>
        </p:nvSpPr>
        <p:spPr>
          <a:xfrm>
            <a:off x="4931528" y="11084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4" name="Google Shape;1264;p95"/>
          <p:cNvSpPr/>
          <p:nvPr/>
        </p:nvSpPr>
        <p:spPr>
          <a:xfrm rot="10800000">
            <a:off x="4795425" y="15594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95"/>
          <p:cNvSpPr txBox="1"/>
          <p:nvPr>
            <p:ph idx="2" type="subTitle"/>
          </p:nvPr>
        </p:nvSpPr>
        <p:spPr>
          <a:xfrm>
            <a:off x="4931528" y="16372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6" name="Google Shape;1266;p95"/>
          <p:cNvSpPr/>
          <p:nvPr/>
        </p:nvSpPr>
        <p:spPr>
          <a:xfrm rot="10800000">
            <a:off x="4795425" y="20882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95"/>
          <p:cNvSpPr txBox="1"/>
          <p:nvPr>
            <p:ph idx="3" type="subTitle"/>
          </p:nvPr>
        </p:nvSpPr>
        <p:spPr>
          <a:xfrm>
            <a:off x="4931528" y="21660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8" name="Google Shape;1268;p95"/>
          <p:cNvSpPr/>
          <p:nvPr/>
        </p:nvSpPr>
        <p:spPr>
          <a:xfrm rot="10800000">
            <a:off x="4795425" y="26170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95"/>
          <p:cNvSpPr txBox="1"/>
          <p:nvPr>
            <p:ph idx="4" type="subTitle"/>
          </p:nvPr>
        </p:nvSpPr>
        <p:spPr>
          <a:xfrm>
            <a:off x="4931528" y="26948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70" name="Google Shape;1270;p95"/>
          <p:cNvSpPr/>
          <p:nvPr/>
        </p:nvSpPr>
        <p:spPr>
          <a:xfrm rot="10800000">
            <a:off x="4795425" y="31458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95"/>
          <p:cNvSpPr txBox="1"/>
          <p:nvPr>
            <p:ph idx="5" type="subTitle"/>
          </p:nvPr>
        </p:nvSpPr>
        <p:spPr>
          <a:xfrm>
            <a:off x="4931528" y="32236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2" name="Google Shape;1272;p95"/>
          <p:cNvSpPr/>
          <p:nvPr/>
        </p:nvSpPr>
        <p:spPr>
          <a:xfrm rot="10800000">
            <a:off x="4795425" y="3674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95"/>
          <p:cNvSpPr txBox="1"/>
          <p:nvPr>
            <p:ph idx="6" type="subTitle"/>
          </p:nvPr>
        </p:nvSpPr>
        <p:spPr>
          <a:xfrm>
            <a:off x="4931528" y="37524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SECTION_HEADER_1"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oogle Shape;1275;p9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76" name="Google Shape;1276;p9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9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9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9" name="Google Shape;1279;p96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0" name="Google Shape;1280;p9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81" name="Google Shape;1281;p96"/>
          <p:cNvSpPr txBox="1"/>
          <p:nvPr>
            <p:ph idx="1" type="body"/>
          </p:nvPr>
        </p:nvSpPr>
        <p:spPr>
          <a:xfrm>
            <a:off x="4829450" y="1385875"/>
            <a:ext cx="38493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3"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3" name="Google Shape;1283;p9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84" name="Google Shape;1284;p9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9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9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7" name="Google Shape;1287;p9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88" name="Google Shape;1288;p97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9" name="Google Shape;1289;p97"/>
          <p:cNvSpPr txBox="1"/>
          <p:nvPr>
            <p:ph idx="1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2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1" name="Google Shape;1291;p9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92" name="Google Shape;1292;p9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9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9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9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296" name="Google Shape;1296;p98"/>
          <p:cNvGrpSpPr/>
          <p:nvPr/>
        </p:nvGrpSpPr>
        <p:grpSpPr>
          <a:xfrm>
            <a:off x="352550" y="0"/>
            <a:ext cx="640200" cy="4039455"/>
            <a:chOff x="3245525" y="0"/>
            <a:chExt cx="640200" cy="4306455"/>
          </a:xfrm>
        </p:grpSpPr>
        <p:sp>
          <p:nvSpPr>
            <p:cNvPr id="1297" name="Google Shape;1297;p98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98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9" name="Google Shape;1299;p98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2_1"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1" name="Google Shape;1301;p9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02" name="Google Shape;1302;p9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9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9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5" name="Google Shape;1305;p9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06" name="Google Shape;1306;p99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with footer">
  <p:cSld name="CUSTOM_1_2_1_1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oogle Shape;1308;p10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09" name="Google Shape;1309;p10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0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0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2" name="Google Shape;1312;p10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13" name="Google Shape;1313;p10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4" name="Google Shape;1314;p10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5" name="Google Shape;1315;p100"/>
          <p:cNvSpPr txBox="1"/>
          <p:nvPr>
            <p:ph idx="3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6" name="Google Shape;1316;p100"/>
          <p:cNvSpPr txBox="1"/>
          <p:nvPr>
            <p:ph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2_1_1_1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10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19" name="Google Shape;1319;p10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0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0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2" name="Google Shape;1322;p10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23" name="Google Shape;1323;p101"/>
          <p:cNvSpPr txBox="1"/>
          <p:nvPr>
            <p:ph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/>
        </p:txBody>
      </p:sp>
      <p:sp>
        <p:nvSpPr>
          <p:cNvPr id="1324" name="Google Shape;1324;p101"/>
          <p:cNvSpPr txBox="1"/>
          <p:nvPr>
            <p:ph idx="1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footer">
  <p:cSld name="CUSTOM_1_1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oogle Shape;1326;p10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27" name="Google Shape;1327;p10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0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0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0" name="Google Shape;1330;p10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31" name="Google Shape;1331;p102"/>
          <p:cNvSpPr txBox="1"/>
          <p:nvPr>
            <p:ph type="title"/>
          </p:nvPr>
        </p:nvSpPr>
        <p:spPr>
          <a:xfrm>
            <a:off x="4829450" y="2249350"/>
            <a:ext cx="3849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2" name="Google Shape;1332;p10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3" name="Google Shape;1333;p10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4" name="Google Shape;1334;p102"/>
          <p:cNvSpPr txBox="1"/>
          <p:nvPr>
            <p:ph idx="3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5" name="Google Shape;1335;p102"/>
          <p:cNvSpPr txBox="1"/>
          <p:nvPr>
            <p:ph idx="4" type="subTitle"/>
          </p:nvPr>
        </p:nvSpPr>
        <p:spPr>
          <a:xfrm>
            <a:off x="4829450" y="685800"/>
            <a:ext cx="3849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6" name="Google Shape;1336;p102"/>
          <p:cNvSpPr/>
          <p:nvPr>
            <p:ph idx="5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2"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10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39" name="Google Shape;1339;p10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0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0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2" name="Google Shape;1342;p10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43" name="Google Shape;1343;p103"/>
          <p:cNvSpPr txBox="1"/>
          <p:nvPr>
            <p:ph type="title"/>
          </p:nvPr>
        </p:nvSpPr>
        <p:spPr>
          <a:xfrm>
            <a:off x="4829450" y="685800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4" name="Google Shape;1344;p103"/>
          <p:cNvSpPr txBox="1"/>
          <p:nvPr>
            <p:ph idx="1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5" name="Google Shape;1345;p103"/>
          <p:cNvSpPr/>
          <p:nvPr>
            <p:ph idx="2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2_1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7" name="Google Shape;1347;p10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48" name="Google Shape;1348;p10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0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0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1" name="Google Shape;1351;p10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52" name="Google Shape;1352;p104"/>
          <p:cNvSpPr/>
          <p:nvPr>
            <p:ph idx="2" type="pic"/>
          </p:nvPr>
        </p:nvSpPr>
        <p:spPr>
          <a:xfrm>
            <a:off x="4931375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353" name="Google Shape;1353;p104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_1_1_1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5" name="Google Shape;1355;p10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56" name="Google Shape;1356;p10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0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0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9" name="Google Shape;1359;p10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60" name="Google Shape;1360;p10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61" name="Google Shape;1361;p10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362" name="Google Shape;1362;p105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63" name="Google Shape;1363;p105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05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5" name="Google Shape;1365;p105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105"/>
          <p:cNvSpPr txBox="1"/>
          <p:nvPr>
            <p:ph idx="4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67" name="Google Shape;1367;p105"/>
          <p:cNvSpPr txBox="1"/>
          <p:nvPr>
            <p:ph idx="5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8" name="Google Shape;1368;p105"/>
          <p:cNvSpPr txBox="1"/>
          <p:nvPr>
            <p:ph idx="6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69" name="Google Shape;1369;p105"/>
          <p:cNvSpPr txBox="1"/>
          <p:nvPr>
            <p:ph idx="7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0" name="Google Shape;1370;p105"/>
          <p:cNvSpPr txBox="1"/>
          <p:nvPr>
            <p:ph idx="8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1" name="Google Shape;1371;p105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4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1373;p10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74" name="Google Shape;1374;p10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0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0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7" name="Google Shape;1377;p10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378" name="Google Shape;1378;p106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79" name="Google Shape;1379;p106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06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1" name="Google Shape;1381;p106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2" name="Google Shape;1382;p106"/>
          <p:cNvSpPr txBox="1"/>
          <p:nvPr>
            <p:ph idx="2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3" name="Google Shape;1383;p106"/>
          <p:cNvSpPr txBox="1"/>
          <p:nvPr>
            <p:ph idx="3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p106"/>
          <p:cNvSpPr txBox="1"/>
          <p:nvPr>
            <p:ph idx="4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5" name="Google Shape;1385;p106"/>
          <p:cNvSpPr txBox="1"/>
          <p:nvPr>
            <p:ph idx="5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6" name="Google Shape;1386;p106"/>
          <p:cNvSpPr txBox="1"/>
          <p:nvPr>
            <p:ph idx="6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7" name="Google Shape;1387;p106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_1_1_3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9" name="Google Shape;1389;p10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90" name="Google Shape;1390;p10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0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0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3" name="Google Shape;1393;p10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94" name="Google Shape;1394;p107"/>
          <p:cNvSpPr txBox="1"/>
          <p:nvPr>
            <p:ph idx="1" type="subTitle"/>
          </p:nvPr>
        </p:nvSpPr>
        <p:spPr>
          <a:xfrm>
            <a:off x="4829450" y="174145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5" name="Google Shape;1395;p107"/>
          <p:cNvSpPr txBox="1"/>
          <p:nvPr>
            <p:ph idx="2" type="body"/>
          </p:nvPr>
        </p:nvSpPr>
        <p:spPr>
          <a:xfrm>
            <a:off x="4829450" y="197220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396" name="Google Shape;1396;p107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97" name="Google Shape;1397;p107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07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07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0" name="Google Shape;1400;p107"/>
          <p:cNvSpPr txBox="1"/>
          <p:nvPr>
            <p:ph idx="4" type="body"/>
          </p:nvPr>
        </p:nvSpPr>
        <p:spPr>
          <a:xfrm>
            <a:off x="4829450" y="99885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1" name="Google Shape;1401;p107"/>
          <p:cNvSpPr txBox="1"/>
          <p:nvPr>
            <p:ph idx="5" type="subTitle"/>
          </p:nvPr>
        </p:nvSpPr>
        <p:spPr>
          <a:xfrm>
            <a:off x="4829450" y="27148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" name="Google Shape;1402;p107"/>
          <p:cNvSpPr txBox="1"/>
          <p:nvPr>
            <p:ph idx="6" type="body"/>
          </p:nvPr>
        </p:nvSpPr>
        <p:spPr>
          <a:xfrm>
            <a:off x="4829450" y="294555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3" name="Google Shape;1403;p107"/>
          <p:cNvSpPr txBox="1"/>
          <p:nvPr>
            <p:ph idx="7" type="subTitle"/>
          </p:nvPr>
        </p:nvSpPr>
        <p:spPr>
          <a:xfrm>
            <a:off x="4829450" y="368815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4" name="Google Shape;1404;p107"/>
          <p:cNvSpPr txBox="1"/>
          <p:nvPr>
            <p:ph idx="8" type="body"/>
          </p:nvPr>
        </p:nvSpPr>
        <p:spPr>
          <a:xfrm>
            <a:off x="4829450" y="391890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5" name="Google Shape;1405;p107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10">
          <p15:clr>
            <a:srgbClr val="E46962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big ideas">
  <p:cSld name="CUSTOM_1_1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10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08" name="Google Shape;1408;p10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0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0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1" name="Google Shape;1411;p10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412" name="Google Shape;1412;p108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413" name="Google Shape;1413;p108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08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5" name="Google Shape;1415;p108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6" name="Google Shape;1416;p108"/>
          <p:cNvSpPr txBox="1"/>
          <p:nvPr>
            <p:ph idx="2" type="subTitle"/>
          </p:nvPr>
        </p:nvSpPr>
        <p:spPr>
          <a:xfrm>
            <a:off x="4829450" y="768098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7" name="Google Shape;1417;p108"/>
          <p:cNvSpPr txBox="1"/>
          <p:nvPr>
            <p:ph idx="3" type="body"/>
          </p:nvPr>
        </p:nvSpPr>
        <p:spPr>
          <a:xfrm>
            <a:off x="4829450" y="998850"/>
            <a:ext cx="3765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18" name="Google Shape;1418;p108"/>
          <p:cNvSpPr txBox="1"/>
          <p:nvPr>
            <p:ph idx="4" type="subTitle"/>
          </p:nvPr>
        </p:nvSpPr>
        <p:spPr>
          <a:xfrm>
            <a:off x="4829450" y="2571748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" name="Google Shape;1419;p108"/>
          <p:cNvSpPr txBox="1"/>
          <p:nvPr>
            <p:ph idx="5" type="body"/>
          </p:nvPr>
        </p:nvSpPr>
        <p:spPr>
          <a:xfrm>
            <a:off x="4829450" y="2802500"/>
            <a:ext cx="3765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0" name="Google Shape;1420;p108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with footer">
  <p:cSld name="CUSTOM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2" name="Google Shape;1422;p10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23" name="Google Shape;1423;p10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0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0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6" name="Google Shape;1426;p10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27" name="Google Shape;1427;p109"/>
          <p:cNvSpPr txBox="1"/>
          <p:nvPr>
            <p:ph idx="1" type="body"/>
          </p:nvPr>
        </p:nvSpPr>
        <p:spPr>
          <a:xfrm>
            <a:off x="1985550" y="3609025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8" name="Google Shape;1428;p109"/>
          <p:cNvSpPr txBox="1"/>
          <p:nvPr>
            <p:ph idx="2" type="body"/>
          </p:nvPr>
        </p:nvSpPr>
        <p:spPr>
          <a:xfrm>
            <a:off x="366100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9" name="Google Shape;1429;p109"/>
          <p:cNvSpPr txBox="1"/>
          <p:nvPr>
            <p:ph idx="3" type="body"/>
          </p:nvPr>
        </p:nvSpPr>
        <p:spPr>
          <a:xfrm>
            <a:off x="6920925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0" name="Google Shape;1430;p109"/>
          <p:cNvSpPr txBox="1"/>
          <p:nvPr>
            <p:ph idx="4" type="body"/>
          </p:nvPr>
        </p:nvSpPr>
        <p:spPr>
          <a:xfrm>
            <a:off x="3630125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1" name="Google Shape;1431;p109"/>
          <p:cNvSpPr txBox="1"/>
          <p:nvPr>
            <p:ph idx="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32" name="Google Shape;1432;p109"/>
          <p:cNvSpPr txBox="1"/>
          <p:nvPr>
            <p:ph idx="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433" name="Google Shape;1433;p109"/>
          <p:cNvGrpSpPr/>
          <p:nvPr/>
        </p:nvGrpSpPr>
        <p:grpSpPr>
          <a:xfrm rot="-5400000">
            <a:off x="4010494" y="-1441999"/>
            <a:ext cx="659534" cy="8680521"/>
            <a:chOff x="3245525" y="0"/>
            <a:chExt cx="640200" cy="4306455"/>
          </a:xfrm>
        </p:grpSpPr>
        <p:sp>
          <p:nvSpPr>
            <p:cNvPr id="1434" name="Google Shape;1434;p109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09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6" name="Google Shape;1436;p109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37" name="Google Shape;1437;p109"/>
          <p:cNvSpPr txBox="1"/>
          <p:nvPr>
            <p:ph idx="7" type="subTitle"/>
          </p:nvPr>
        </p:nvSpPr>
        <p:spPr>
          <a:xfrm>
            <a:off x="2103450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38" name="Google Shape;1438;p109"/>
          <p:cNvSpPr txBox="1"/>
          <p:nvPr>
            <p:ph idx="8" type="subTitle"/>
          </p:nvPr>
        </p:nvSpPr>
        <p:spPr>
          <a:xfrm>
            <a:off x="3748031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39" name="Google Shape;1439;p109"/>
          <p:cNvSpPr txBox="1"/>
          <p:nvPr>
            <p:ph idx="9" type="subTitle"/>
          </p:nvPr>
        </p:nvSpPr>
        <p:spPr>
          <a:xfrm>
            <a:off x="5395950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0" name="Google Shape;1440;p109"/>
          <p:cNvSpPr txBox="1"/>
          <p:nvPr>
            <p:ph idx="13" type="subTitle"/>
          </p:nvPr>
        </p:nvSpPr>
        <p:spPr>
          <a:xfrm>
            <a:off x="7038825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1" name="Google Shape;1441;p109"/>
          <p:cNvSpPr txBox="1"/>
          <p:nvPr>
            <p:ph idx="14" type="subTitle"/>
          </p:nvPr>
        </p:nvSpPr>
        <p:spPr>
          <a:xfrm>
            <a:off x="457225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2" name="Google Shape;1442;p109"/>
          <p:cNvSpPr txBox="1"/>
          <p:nvPr>
            <p:ph idx="15" type="body"/>
          </p:nvPr>
        </p:nvSpPr>
        <p:spPr>
          <a:xfrm>
            <a:off x="5278050" y="3609025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 and image with footer">
  <p:cSld name="CUSTOM_1_1_1_1_1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4" name="Google Shape;1444;p11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45" name="Google Shape;1445;p11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8" name="Google Shape;1448;p11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49" name="Google Shape;1449;p11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50" name="Google Shape;1450;p11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51" name="Google Shape;1451;p110"/>
          <p:cNvSpPr txBox="1"/>
          <p:nvPr>
            <p:ph type="title"/>
          </p:nvPr>
        </p:nvSpPr>
        <p:spPr>
          <a:xfrm>
            <a:off x="366100" y="21643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2" name="Google Shape;1452;p110"/>
          <p:cNvSpPr txBox="1"/>
          <p:nvPr>
            <p:ph idx="3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53" name="Google Shape;1453;p110"/>
          <p:cNvSpPr txBox="1"/>
          <p:nvPr>
            <p:ph idx="4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54" name="Google Shape;1454;p110"/>
          <p:cNvSpPr/>
          <p:nvPr>
            <p:ph idx="5" type="pic"/>
          </p:nvPr>
        </p:nvSpPr>
        <p:spPr>
          <a:xfrm>
            <a:off x="4928588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55" name="Google Shape;1455;p110"/>
          <p:cNvSpPr/>
          <p:nvPr>
            <p:ph idx="6" type="pic"/>
          </p:nvPr>
        </p:nvSpPr>
        <p:spPr>
          <a:xfrm>
            <a:off x="457200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56" name="Google Shape;1456;p110"/>
          <p:cNvSpPr txBox="1"/>
          <p:nvPr>
            <p:ph idx="7" type="title"/>
          </p:nvPr>
        </p:nvSpPr>
        <p:spPr>
          <a:xfrm>
            <a:off x="4837500" y="21643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7" name="Google Shape;1457;p110"/>
          <p:cNvSpPr txBox="1"/>
          <p:nvPr>
            <p:ph idx="8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58" name="Google Shape;1458;p110"/>
          <p:cNvSpPr txBox="1"/>
          <p:nvPr>
            <p:ph idx="9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with footer">
  <p:cSld name="CUSTOM_1_1_1_1_1_1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0" name="Google Shape;1460;p11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61" name="Google Shape;1461;p11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4" name="Google Shape;1464;p11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65" name="Google Shape;1465;p111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6" name="Google Shape;1466;p111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7" name="Google Shape;1467;p111"/>
          <p:cNvSpPr/>
          <p:nvPr>
            <p:ph idx="3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8" name="Google Shape;1468;p111"/>
          <p:cNvSpPr/>
          <p:nvPr>
            <p:ph idx="4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9" name="Google Shape;1469;p111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0" name="Google Shape;1470;p111"/>
          <p:cNvSpPr txBox="1"/>
          <p:nvPr>
            <p:ph idx="5" type="subTitle"/>
          </p:nvPr>
        </p:nvSpPr>
        <p:spPr>
          <a:xfrm>
            <a:off x="366100" y="29798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1" name="Google Shape;1471;p111"/>
          <p:cNvSpPr txBox="1"/>
          <p:nvPr>
            <p:ph idx="6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2" name="Google Shape;1472;p111"/>
          <p:cNvSpPr txBox="1"/>
          <p:nvPr>
            <p:ph idx="7" type="subTitle"/>
          </p:nvPr>
        </p:nvSpPr>
        <p:spPr>
          <a:xfrm>
            <a:off x="4837500" y="29798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3" name="Google Shape;1473;p111"/>
          <p:cNvSpPr txBox="1"/>
          <p:nvPr>
            <p:ph idx="8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3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5" name="Google Shape;1475;p11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76" name="Google Shape;1476;p11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9" name="Google Shape;1479;p11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80" name="Google Shape;1480;p112"/>
          <p:cNvSpPr/>
          <p:nvPr>
            <p:ph idx="2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81" name="Google Shape;1481;p112"/>
          <p:cNvSpPr/>
          <p:nvPr>
            <p:ph idx="3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82" name="Google Shape;1482;p112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3" name="Google Shape;1483;p112"/>
          <p:cNvSpPr txBox="1"/>
          <p:nvPr>
            <p:ph idx="1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84" name="Google Shape;1484;p112"/>
          <p:cNvSpPr txBox="1"/>
          <p:nvPr>
            <p:ph idx="4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85" name="Google Shape;1485;p112"/>
          <p:cNvSpPr txBox="1"/>
          <p:nvPr>
            <p:ph idx="5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6" name="Google Shape;1486;p112"/>
          <p:cNvSpPr txBox="1"/>
          <p:nvPr>
            <p:ph idx="6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2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8" name="Google Shape;1488;p11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89" name="Google Shape;1489;p11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2" name="Google Shape;1492;p11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93" name="Google Shape;1493;p113"/>
          <p:cNvSpPr/>
          <p:nvPr>
            <p:ph idx="2" type="pic"/>
          </p:nvPr>
        </p:nvSpPr>
        <p:spPr>
          <a:xfrm>
            <a:off x="4572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4" name="Google Shape;1494;p113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5" name="Google Shape;1495;p113"/>
          <p:cNvSpPr txBox="1"/>
          <p:nvPr>
            <p:ph idx="1" type="subTitle"/>
          </p:nvPr>
        </p:nvSpPr>
        <p:spPr>
          <a:xfrm>
            <a:off x="36610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96" name="Google Shape;1496;p113"/>
          <p:cNvSpPr txBox="1"/>
          <p:nvPr>
            <p:ph idx="3" type="body"/>
          </p:nvPr>
        </p:nvSpPr>
        <p:spPr>
          <a:xfrm>
            <a:off x="36610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7" name="Google Shape;1497;p113"/>
          <p:cNvSpPr/>
          <p:nvPr>
            <p:ph idx="4" type="pic"/>
          </p:nvPr>
        </p:nvSpPr>
        <p:spPr>
          <a:xfrm>
            <a:off x="333935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8" name="Google Shape;1498;p113"/>
          <p:cNvSpPr txBox="1"/>
          <p:nvPr>
            <p:ph idx="5" type="subTitle"/>
          </p:nvPr>
        </p:nvSpPr>
        <p:spPr>
          <a:xfrm>
            <a:off x="324825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99" name="Google Shape;1499;p113"/>
          <p:cNvSpPr txBox="1"/>
          <p:nvPr>
            <p:ph idx="6" type="body"/>
          </p:nvPr>
        </p:nvSpPr>
        <p:spPr>
          <a:xfrm>
            <a:off x="324825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00" name="Google Shape;1500;p113"/>
          <p:cNvSpPr/>
          <p:nvPr>
            <p:ph idx="7" type="pic"/>
          </p:nvPr>
        </p:nvSpPr>
        <p:spPr>
          <a:xfrm>
            <a:off x="62215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01" name="Google Shape;1501;p113"/>
          <p:cNvSpPr txBox="1"/>
          <p:nvPr>
            <p:ph idx="8" type="subTitle"/>
          </p:nvPr>
        </p:nvSpPr>
        <p:spPr>
          <a:xfrm>
            <a:off x="613040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02" name="Google Shape;1502;p113"/>
          <p:cNvSpPr txBox="1"/>
          <p:nvPr>
            <p:ph idx="9" type="body"/>
          </p:nvPr>
        </p:nvSpPr>
        <p:spPr>
          <a:xfrm>
            <a:off x="613040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"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4" name="Google Shape;1504;p11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05" name="Google Shape;1505;p11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8" name="Google Shape;1508;p11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09" name="Google Shape;1509;p114"/>
          <p:cNvSpPr txBox="1"/>
          <p:nvPr>
            <p:ph idx="1" type="body"/>
          </p:nvPr>
        </p:nvSpPr>
        <p:spPr>
          <a:xfrm>
            <a:off x="366100" y="2555000"/>
            <a:ext cx="38466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10" name="Google Shape;1510;p114"/>
          <p:cNvSpPr txBox="1"/>
          <p:nvPr>
            <p:ph idx="2" type="body"/>
          </p:nvPr>
        </p:nvSpPr>
        <p:spPr>
          <a:xfrm>
            <a:off x="4837500" y="2555000"/>
            <a:ext cx="38466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11" name="Google Shape;1511;p114"/>
          <p:cNvSpPr txBox="1"/>
          <p:nvPr>
            <p:ph type="title"/>
          </p:nvPr>
        </p:nvSpPr>
        <p:spPr>
          <a:xfrm>
            <a:off x="311700" y="655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image with footer" type="tx">
  <p:cSld name="TITLE_AND_BODY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Google Shape;1513;p115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1514" name="Google Shape;1514;p11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6" name="Google Shape;1516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7" name="Google Shape;1517;p11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18" name="Google Shape;1518;p11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19" name="Google Shape;1519;p11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0" name="Google Shape;1520;p115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1" name="Google Shape;1521;p115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22" name="Google Shape;1522;p115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23" name="Google Shape;1523;p115"/>
          <p:cNvSpPr txBox="1"/>
          <p:nvPr>
            <p:ph idx="6" type="subTitle"/>
          </p:nvPr>
        </p:nvSpPr>
        <p:spPr>
          <a:xfrm>
            <a:off x="54870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24" name="Google Shape;1524;p115"/>
          <p:cNvSpPr txBox="1"/>
          <p:nvPr>
            <p:ph idx="7" type="subTitle"/>
          </p:nvPr>
        </p:nvSpPr>
        <p:spPr>
          <a:xfrm>
            <a:off x="3319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5" name="Google Shape;1525;p115"/>
          <p:cNvSpPr/>
          <p:nvPr>
            <p:ph idx="8" type="pic"/>
          </p:nvPr>
        </p:nvSpPr>
        <p:spPr>
          <a:xfrm>
            <a:off x="3492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26" name="Google Shape;1526;p115"/>
          <p:cNvSpPr txBox="1"/>
          <p:nvPr>
            <p:ph idx="9" type="subTitle"/>
          </p:nvPr>
        </p:nvSpPr>
        <p:spPr>
          <a:xfrm>
            <a:off x="341070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27" name="Google Shape;1527;p115"/>
          <p:cNvSpPr txBox="1"/>
          <p:nvPr>
            <p:ph idx="13" type="subTitle"/>
          </p:nvPr>
        </p:nvSpPr>
        <p:spPr>
          <a:xfrm>
            <a:off x="6181175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8" name="Google Shape;1528;p115"/>
          <p:cNvSpPr txBox="1"/>
          <p:nvPr>
            <p:ph idx="14" type="body"/>
          </p:nvPr>
        </p:nvSpPr>
        <p:spPr>
          <a:xfrm>
            <a:off x="6272675" y="860275"/>
            <a:ext cx="24141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9" name="Google Shape;1529;p115"/>
          <p:cNvSpPr txBox="1"/>
          <p:nvPr>
            <p:ph idx="15" type="body"/>
          </p:nvPr>
        </p:nvSpPr>
        <p:spPr>
          <a:xfrm>
            <a:off x="3410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bookmarks">
  <p:cSld name="TITLE_AND_BODY_1"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1" name="Google Shape;1531;p116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1532" name="Google Shape;1532;p116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4" name="Google Shape;1534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35" name="Google Shape;1535;p116"/>
          <p:cNvGrpSpPr/>
          <p:nvPr/>
        </p:nvGrpSpPr>
        <p:grpSpPr>
          <a:xfrm>
            <a:off x="457125" y="0"/>
            <a:ext cx="2505690" cy="4469981"/>
            <a:chOff x="457125" y="0"/>
            <a:chExt cx="2505690" cy="4469981"/>
          </a:xfrm>
        </p:grpSpPr>
        <p:sp>
          <p:nvSpPr>
            <p:cNvPr id="1536" name="Google Shape;1536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8" name="Google Shape;1538;p116"/>
          <p:cNvGrpSpPr/>
          <p:nvPr/>
        </p:nvGrpSpPr>
        <p:grpSpPr>
          <a:xfrm>
            <a:off x="3319150" y="0"/>
            <a:ext cx="2505690" cy="4469981"/>
            <a:chOff x="457125" y="0"/>
            <a:chExt cx="2505690" cy="4469981"/>
          </a:xfrm>
        </p:grpSpPr>
        <p:sp>
          <p:nvSpPr>
            <p:cNvPr id="1539" name="Google Shape;1539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1" name="Google Shape;1541;p116"/>
          <p:cNvGrpSpPr/>
          <p:nvPr/>
        </p:nvGrpSpPr>
        <p:grpSpPr>
          <a:xfrm>
            <a:off x="6181175" y="0"/>
            <a:ext cx="2505690" cy="4469981"/>
            <a:chOff x="457125" y="0"/>
            <a:chExt cx="2505690" cy="4469981"/>
          </a:xfrm>
        </p:grpSpPr>
        <p:sp>
          <p:nvSpPr>
            <p:cNvPr id="1542" name="Google Shape;1542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4" name="Google Shape;1544;p11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45" name="Google Shape;1545;p11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6" name="Google Shape;1546;p11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7" name="Google Shape;1547;p116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48" name="Google Shape;1548;p116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49" name="Google Shape;1549;p116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50" name="Google Shape;1550;p116"/>
          <p:cNvSpPr txBox="1"/>
          <p:nvPr>
            <p:ph idx="6" type="subTitle"/>
          </p:nvPr>
        </p:nvSpPr>
        <p:spPr>
          <a:xfrm>
            <a:off x="54865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1" name="Google Shape;1551;p116"/>
          <p:cNvSpPr txBox="1"/>
          <p:nvPr>
            <p:ph idx="7" type="subTitle"/>
          </p:nvPr>
        </p:nvSpPr>
        <p:spPr>
          <a:xfrm>
            <a:off x="3319225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2" name="Google Shape;1552;p116"/>
          <p:cNvSpPr/>
          <p:nvPr>
            <p:ph idx="8" type="pic"/>
          </p:nvPr>
        </p:nvSpPr>
        <p:spPr>
          <a:xfrm>
            <a:off x="3492225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3" name="Google Shape;1553;p116"/>
          <p:cNvSpPr txBox="1"/>
          <p:nvPr>
            <p:ph idx="9" type="subTitle"/>
          </p:nvPr>
        </p:nvSpPr>
        <p:spPr>
          <a:xfrm>
            <a:off x="3410725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4" name="Google Shape;1554;p116"/>
          <p:cNvSpPr txBox="1"/>
          <p:nvPr>
            <p:ph idx="13" type="subTitle"/>
          </p:nvPr>
        </p:nvSpPr>
        <p:spPr>
          <a:xfrm>
            <a:off x="618125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5" name="Google Shape;1555;p116"/>
          <p:cNvSpPr/>
          <p:nvPr>
            <p:ph idx="14" type="pic"/>
          </p:nvPr>
        </p:nvSpPr>
        <p:spPr>
          <a:xfrm>
            <a:off x="635425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6" name="Google Shape;1556;p116"/>
          <p:cNvSpPr txBox="1"/>
          <p:nvPr>
            <p:ph idx="15" type="body"/>
          </p:nvPr>
        </p:nvSpPr>
        <p:spPr>
          <a:xfrm>
            <a:off x="627275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57" name="Google Shape;1557;p116"/>
          <p:cNvSpPr txBox="1"/>
          <p:nvPr>
            <p:ph idx="16" type="subTitle"/>
          </p:nvPr>
        </p:nvSpPr>
        <p:spPr>
          <a:xfrm>
            <a:off x="627275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8" name="Google Shape;1558;p116"/>
          <p:cNvSpPr txBox="1"/>
          <p:nvPr>
            <p:ph idx="17" type="body"/>
          </p:nvPr>
        </p:nvSpPr>
        <p:spPr>
          <a:xfrm>
            <a:off x="3410725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mparison" type="twoColTx">
  <p:cSld name="TITLE_AND_TWO_COLUMNS"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0" name="Google Shape;1560;p11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61" name="Google Shape;1561;p11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1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1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4" name="Google Shape;1564;p11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65" name="Google Shape;1565;p117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6" name="Google Shape;1566;p117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7" name="Google Shape;1567;p117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8" name="Google Shape;1568;p117"/>
          <p:cNvSpPr txBox="1"/>
          <p:nvPr>
            <p:ph type="title"/>
          </p:nvPr>
        </p:nvSpPr>
        <p:spPr>
          <a:xfrm>
            <a:off x="1218500" y="93055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69" name="Google Shape;1569;p117"/>
          <p:cNvSpPr txBox="1"/>
          <p:nvPr>
            <p:ph idx="4" type="title"/>
          </p:nvPr>
        </p:nvSpPr>
        <p:spPr>
          <a:xfrm>
            <a:off x="4900025" y="93055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0" name="Google Shape;1570;p117"/>
          <p:cNvSpPr txBox="1"/>
          <p:nvPr>
            <p:ph idx="5" type="subTitle"/>
          </p:nvPr>
        </p:nvSpPr>
        <p:spPr>
          <a:xfrm>
            <a:off x="2404500" y="1572850"/>
            <a:ext cx="4335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1" name="Google Shape;1571;p117"/>
          <p:cNvSpPr txBox="1"/>
          <p:nvPr>
            <p:ph idx="6" type="body"/>
          </p:nvPr>
        </p:nvSpPr>
        <p:spPr>
          <a:xfrm>
            <a:off x="2404375" y="1956725"/>
            <a:ext cx="433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72" name="Google Shape;1572;p117"/>
          <p:cNvSpPr txBox="1"/>
          <p:nvPr>
            <p:ph idx="7" type="title"/>
          </p:nvPr>
        </p:nvSpPr>
        <p:spPr>
          <a:xfrm>
            <a:off x="1218500" y="267960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3" name="Google Shape;1573;p117"/>
          <p:cNvSpPr txBox="1"/>
          <p:nvPr>
            <p:ph idx="8" type="title"/>
          </p:nvPr>
        </p:nvSpPr>
        <p:spPr>
          <a:xfrm>
            <a:off x="4900025" y="267960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4" name="Google Shape;1574;p117"/>
          <p:cNvSpPr txBox="1"/>
          <p:nvPr>
            <p:ph idx="9" type="subTitle"/>
          </p:nvPr>
        </p:nvSpPr>
        <p:spPr>
          <a:xfrm>
            <a:off x="2404500" y="3321900"/>
            <a:ext cx="4335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5" name="Google Shape;1575;p117"/>
          <p:cNvSpPr txBox="1"/>
          <p:nvPr>
            <p:ph idx="13" type="body"/>
          </p:nvPr>
        </p:nvSpPr>
        <p:spPr>
          <a:xfrm>
            <a:off x="2404375" y="3705777"/>
            <a:ext cx="433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mparison">
  <p:cSld name="TITLE_AND_TWO_COLUMNS_1"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7" name="Google Shape;1577;p11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78" name="Google Shape;1578;p11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1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1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1" name="Google Shape;1581;p11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82" name="Google Shape;1582;p11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3" name="Google Shape;1583;p11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4" name="Google Shape;1584;p118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5" name="Google Shape;1585;p118"/>
          <p:cNvSpPr txBox="1"/>
          <p:nvPr>
            <p:ph type="title"/>
          </p:nvPr>
        </p:nvSpPr>
        <p:spPr>
          <a:xfrm>
            <a:off x="1218500" y="1770750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6" name="Google Shape;1586;p118"/>
          <p:cNvSpPr txBox="1"/>
          <p:nvPr>
            <p:ph idx="4" type="title"/>
          </p:nvPr>
        </p:nvSpPr>
        <p:spPr>
          <a:xfrm>
            <a:off x="1218500" y="2749050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7" name="Google Shape;1587;p118"/>
          <p:cNvSpPr txBox="1"/>
          <p:nvPr>
            <p:ph idx="5" type="subTitle"/>
          </p:nvPr>
        </p:nvSpPr>
        <p:spPr>
          <a:xfrm>
            <a:off x="1218550" y="2457900"/>
            <a:ext cx="3025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18"/>
          <p:cNvSpPr txBox="1"/>
          <p:nvPr>
            <p:ph idx="6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18"/>
          <p:cNvSpPr txBox="1"/>
          <p:nvPr>
            <p:ph idx="7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with footer">
  <p:cSld name="TITLE_AND_TWO_COLUMNS_1_1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1" name="Google Shape;1591;p11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92" name="Google Shape;1592;p11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1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1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5" name="Google Shape;1595;p11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96" name="Google Shape;1596;p11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97" name="Google Shape;1597;p11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98" name="Google Shape;1598;p119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99" name="Google Shape;1599;p119"/>
          <p:cNvSpPr txBox="1"/>
          <p:nvPr>
            <p:ph idx="3" type="subTitle"/>
          </p:nvPr>
        </p:nvSpPr>
        <p:spPr>
          <a:xfrm>
            <a:off x="4829450" y="16250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0" name="Google Shape;1600;p119"/>
          <p:cNvSpPr txBox="1"/>
          <p:nvPr>
            <p:ph idx="4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1_1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2" name="Google Shape;1602;p12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03" name="Google Shape;1603;p12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2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2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6" name="Google Shape;1606;p12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07" name="Google Shape;1607;p120"/>
          <p:cNvSpPr txBox="1"/>
          <p:nvPr>
            <p:ph idx="1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8" name="Google Shape;1608;p120"/>
          <p:cNvSpPr txBox="1"/>
          <p:nvPr>
            <p:ph idx="2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09" name="Google Shape;1609;p120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timeline" type="titleOnly">
  <p:cSld name="TITLE_ONLY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1" name="Google Shape;1611;p121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12" name="Google Shape;1612;p121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2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4" name="Google Shape;1614;p121"/>
          <p:cNvSpPr txBox="1"/>
          <p:nvPr>
            <p:ph idx="1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5" name="Google Shape;1615;p121"/>
          <p:cNvSpPr txBox="1"/>
          <p:nvPr>
            <p:ph idx="2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16" name="Google Shape;1616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7" name="Google Shape;1617;p12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18" name="Google Shape;1618;p121"/>
          <p:cNvSpPr txBox="1"/>
          <p:nvPr>
            <p:ph idx="3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9" name="Google Shape;1619;p121"/>
          <p:cNvSpPr txBox="1"/>
          <p:nvPr>
            <p:ph idx="4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20" name="Google Shape;1620;p121"/>
          <p:cNvSpPr/>
          <p:nvPr/>
        </p:nvSpPr>
        <p:spPr>
          <a:xfrm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1" name="Google Shape;1621;p121"/>
          <p:cNvSpPr txBox="1"/>
          <p:nvPr>
            <p:ph idx="5" type="body"/>
          </p:nvPr>
        </p:nvSpPr>
        <p:spPr>
          <a:xfrm>
            <a:off x="3661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2" name="Google Shape;1622;p121"/>
          <p:cNvSpPr txBox="1"/>
          <p:nvPr>
            <p:ph idx="6" type="subTitle"/>
          </p:nvPr>
        </p:nvSpPr>
        <p:spPr>
          <a:xfrm>
            <a:off x="2242500" y="181600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3" name="Google Shape;1623;p121"/>
          <p:cNvSpPr txBox="1"/>
          <p:nvPr>
            <p:ph idx="7" type="body"/>
          </p:nvPr>
        </p:nvSpPr>
        <p:spPr>
          <a:xfrm>
            <a:off x="2242500" y="219250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4" name="Google Shape;1624;p121"/>
          <p:cNvSpPr txBox="1"/>
          <p:nvPr>
            <p:ph idx="8" type="subTitle"/>
          </p:nvPr>
        </p:nvSpPr>
        <p:spPr>
          <a:xfrm>
            <a:off x="366100" y="304345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timeline">
  <p:cSld name="TITLE_ONLY_1"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6" name="Google Shape;1626;p122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27" name="Google Shape;1627;p122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2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9" name="Google Shape;1629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0" name="Google Shape;1630;p12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31" name="Google Shape;1631;p12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2" name="Google Shape;1632;p12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3" name="Google Shape;1633;p122"/>
          <p:cNvSpPr txBox="1"/>
          <p:nvPr>
            <p:ph idx="3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4" name="Google Shape;1634;p122"/>
          <p:cNvSpPr txBox="1"/>
          <p:nvPr>
            <p:ph idx="4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35" name="Google Shape;1635;p122"/>
          <p:cNvSpPr/>
          <p:nvPr/>
        </p:nvSpPr>
        <p:spPr>
          <a:xfrm flipH="1"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6" name="Google Shape;1636;p122"/>
          <p:cNvSpPr txBox="1"/>
          <p:nvPr>
            <p:ph idx="5" type="subTitle"/>
          </p:nvPr>
        </p:nvSpPr>
        <p:spPr>
          <a:xfrm>
            <a:off x="5953000" y="304345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7" name="Google Shape;1637;p122"/>
          <p:cNvSpPr txBox="1"/>
          <p:nvPr>
            <p:ph idx="6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9" name="Google Shape;1639;p123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40" name="Google Shape;1640;p123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2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2" name="Google Shape;1642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3" name="Google Shape;1643;p12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cxnSp>
        <p:nvCxnSpPr>
          <p:cNvPr id="1644" name="Google Shape;1644;p123"/>
          <p:cNvCxnSpPr/>
          <p:nvPr/>
        </p:nvCxnSpPr>
        <p:spPr>
          <a:xfrm>
            <a:off x="4050" y="3613075"/>
            <a:ext cx="589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5" name="Google Shape;1645;p123"/>
          <p:cNvSpPr txBox="1"/>
          <p:nvPr>
            <p:ph idx="1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1_1_1"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7" name="Google Shape;1647;p124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48" name="Google Shape;1648;p124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0" name="Google Shape;1650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1" name="Google Shape;1651;p12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52" name="Google Shape;1652;p124"/>
          <p:cNvSpPr/>
          <p:nvPr>
            <p:ph idx="2" type="pic"/>
          </p:nvPr>
        </p:nvSpPr>
        <p:spPr>
          <a:xfrm>
            <a:off x="457200" y="409650"/>
            <a:ext cx="8229600" cy="384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1_1_1_1"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125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55" name="Google Shape;1655;p12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7" name="Google Shape;1657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8" name="Google Shape;1658;p12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59" name="Google Shape;1659;p125"/>
          <p:cNvSpPr/>
          <p:nvPr>
            <p:ph idx="2" type="pic"/>
          </p:nvPr>
        </p:nvSpPr>
        <p:spPr>
          <a:xfrm>
            <a:off x="457200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0" name="Google Shape;1660;p125"/>
          <p:cNvSpPr/>
          <p:nvPr>
            <p:ph idx="3" type="pic"/>
          </p:nvPr>
        </p:nvSpPr>
        <p:spPr>
          <a:xfrm>
            <a:off x="3245513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1" name="Google Shape;1661;p125"/>
          <p:cNvSpPr/>
          <p:nvPr>
            <p:ph idx="4" type="pic"/>
          </p:nvPr>
        </p:nvSpPr>
        <p:spPr>
          <a:xfrm>
            <a:off x="6033825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2" name="Google Shape;1662;p125"/>
          <p:cNvSpPr txBox="1"/>
          <p:nvPr>
            <p:ph type="title"/>
          </p:nvPr>
        </p:nvSpPr>
        <p:spPr>
          <a:xfrm>
            <a:off x="366100" y="246950"/>
            <a:ext cx="8411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3" name="Google Shape;1663;p125"/>
          <p:cNvSpPr/>
          <p:nvPr>
            <p:ph idx="5" type="pic"/>
          </p:nvPr>
        </p:nvSpPr>
        <p:spPr>
          <a:xfrm>
            <a:off x="457200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4" name="Google Shape;1664;p125"/>
          <p:cNvSpPr/>
          <p:nvPr>
            <p:ph idx="6" type="pic"/>
          </p:nvPr>
        </p:nvSpPr>
        <p:spPr>
          <a:xfrm>
            <a:off x="3245513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5" name="Google Shape;1665;p125"/>
          <p:cNvSpPr/>
          <p:nvPr>
            <p:ph idx="7" type="pic"/>
          </p:nvPr>
        </p:nvSpPr>
        <p:spPr>
          <a:xfrm>
            <a:off x="6033825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6" name="Google Shape;1666;p125"/>
          <p:cNvSpPr/>
          <p:nvPr>
            <p:ph idx="8" type="pic"/>
          </p:nvPr>
        </p:nvSpPr>
        <p:spPr>
          <a:xfrm>
            <a:off x="457200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7" name="Google Shape;1667;p125"/>
          <p:cNvSpPr/>
          <p:nvPr>
            <p:ph idx="9" type="pic"/>
          </p:nvPr>
        </p:nvSpPr>
        <p:spPr>
          <a:xfrm>
            <a:off x="3245513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8" name="Google Shape;1668;p125"/>
          <p:cNvSpPr/>
          <p:nvPr>
            <p:ph idx="13" type="pic"/>
          </p:nvPr>
        </p:nvSpPr>
        <p:spPr>
          <a:xfrm>
            <a:off x="6033825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7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iew">
  <p:cSld name="CUSTOM_2"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0" name="Google Shape;1670;p12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71" name="Google Shape;1671;p12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2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2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4" name="Google Shape;1674;p12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75" name="Google Shape;1675;p126"/>
          <p:cNvSpPr/>
          <p:nvPr/>
        </p:nvSpPr>
        <p:spPr>
          <a:xfrm>
            <a:off x="4931375" y="1662400"/>
            <a:ext cx="3755400" cy="2696100"/>
          </a:xfrm>
          <a:prstGeom prst="roundRect">
            <a:avLst>
              <a:gd fmla="val 9698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12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7" name="Google Shape;1677;p12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8" name="Google Shape;1678;p126"/>
          <p:cNvSpPr txBox="1"/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9" name="Google Shape;1679;p126"/>
          <p:cNvSpPr txBox="1"/>
          <p:nvPr>
            <p:ph idx="3" type="title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0" name="Google Shape;1680;p126"/>
          <p:cNvSpPr txBox="1"/>
          <p:nvPr>
            <p:ph idx="4" type="body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1" name="Google Shape;1681;p126"/>
          <p:cNvSpPr txBox="1"/>
          <p:nvPr>
            <p:ph idx="5" type="body"/>
          </p:nvPr>
        </p:nvSpPr>
        <p:spPr>
          <a:xfrm>
            <a:off x="5169875" y="2986175"/>
            <a:ext cx="32784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2" name="Google Shape;1682;p126"/>
          <p:cNvSpPr txBox="1"/>
          <p:nvPr>
            <p:ph idx="6" type="subTitle"/>
          </p:nvPr>
        </p:nvSpPr>
        <p:spPr>
          <a:xfrm>
            <a:off x="5171425" y="2526550"/>
            <a:ext cx="3278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details">
  <p:cSld name="CUSTOM_3">
    <p:bg>
      <p:bgPr>
        <a:solidFill>
          <a:schemeClr val="lt2"/>
        </a:solidFill>
      </p:bgPr>
    </p:bg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27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127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127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7" name="Google Shape;1687;p127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1688" name="Google Shape;1688;p127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9" name="Google Shape;1689;p127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0" name="Google Shape;1690;p127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1691" name="Google Shape;1691;p127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2" name="Google Shape;1692;p127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3" name="Google Shape;1693;p127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1694" name="Google Shape;1694;p127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5" name="Google Shape;1695;p127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96" name="Google Shape;1696;p127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97" name="Google Shape;1697;p127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27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27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127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27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27"/>
          <p:cNvSpPr txBox="1"/>
          <p:nvPr>
            <p:ph idx="1" type="subTitle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703" name="Google Shape;1703;p127"/>
          <p:cNvSpPr txBox="1"/>
          <p:nvPr>
            <p:ph idx="2" type="subTitle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3_1">
    <p:bg>
      <p:bgPr>
        <a:solidFill>
          <a:schemeClr val="lt2"/>
        </a:solidFill>
      </p:bgPr>
    </p:bg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28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128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28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8" name="Google Shape;1708;p128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1709" name="Google Shape;1709;p128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0" name="Google Shape;1710;p128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1" name="Google Shape;1711;p128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1712" name="Google Shape;1712;p128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3" name="Google Shape;1713;p128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4" name="Google Shape;1714;p128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1715" name="Google Shape;1715;p128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6" name="Google Shape;1716;p128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17" name="Google Shape;1717;p128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8" name="Google Shape;1718;p128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128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128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28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28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76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4.xml"/><Relationship Id="rId20" Type="http://schemas.openxmlformats.org/officeDocument/2006/relationships/slideLayout" Target="../slideLayouts/slideLayout104.xml"/><Relationship Id="rId42" Type="http://schemas.openxmlformats.org/officeDocument/2006/relationships/slideLayout" Target="../slideLayouts/slideLayout126.xml"/><Relationship Id="rId4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05.xml"/><Relationship Id="rId43" Type="http://schemas.openxmlformats.org/officeDocument/2006/relationships/theme" Target="../theme/theme4.xml"/><Relationship Id="rId24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10.xml"/><Relationship Id="rId25" Type="http://schemas.openxmlformats.org/officeDocument/2006/relationships/slideLayout" Target="../slideLayouts/slideLayout109.xml"/><Relationship Id="rId28" Type="http://schemas.openxmlformats.org/officeDocument/2006/relationships/slideLayout" Target="../slideLayouts/slideLayout112.xml"/><Relationship Id="rId27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31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99.xml"/><Relationship Id="rId37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b="0" i="0" sz="3000" u="none" cap="none" strike="noStrike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9"/>
          <p:cNvSpPr txBox="1"/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453" name="Google Shape;453;p49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147" name="Google Shape;1147;p87"/>
          <p:cNvSpPr txBox="1"/>
          <p:nvPr>
            <p:ph idx="1" type="body"/>
          </p:nvPr>
        </p:nvSpPr>
        <p:spPr>
          <a:xfrm>
            <a:off x="311700" y="1800050"/>
            <a:ext cx="3661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/>
        </p:txBody>
      </p:sp>
      <p:sp>
        <p:nvSpPr>
          <p:cNvPr id="1148" name="Google Shape;1148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.jpg"/><Relationship Id="rId9" Type="http://schemas.openxmlformats.org/officeDocument/2006/relationships/image" Target="../media/image6.pn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Relationship Id="rId8" Type="http://schemas.openxmlformats.org/officeDocument/2006/relationships/image" Target="../media/image20.png"/><Relationship Id="rId11" Type="http://schemas.openxmlformats.org/officeDocument/2006/relationships/image" Target="../media/image10.png"/><Relationship Id="rId10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130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b="1" lang="en" sz="250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Zomato</a:t>
            </a:r>
            <a:r>
              <a:rPr b="1" lang="en" sz="2500">
                <a:solidFill>
                  <a:srgbClr val="1619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Restaurants Expansion</a:t>
            </a:r>
            <a:endParaRPr b="1" sz="25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t/>
            </a:r>
            <a:endParaRPr/>
          </a:p>
        </p:txBody>
      </p:sp>
      <p:sp>
        <p:nvSpPr>
          <p:cNvPr descr="A light blue rectangle." id="1730" name="Google Shape;1730;p130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1731" name="Google Shape;1731;p130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1732" name="Google Shape;1732;p130"/>
          <p:cNvSpPr/>
          <p:nvPr/>
        </p:nvSpPr>
        <p:spPr>
          <a:xfrm flipH="1">
            <a:off x="6534259" y="3905677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ortrait of a woman posing over pink background. " id="1733" name="Google Shape;1733;p1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468" l="0" r="0" t="19554"/>
          <a:stretch/>
        </p:blipFill>
        <p:spPr>
          <a:xfrm>
            <a:off x="228575" y="3005550"/>
            <a:ext cx="16362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Male hand using mobile smart phone at desk workspace." id="1734" name="Google Shape;1734;p130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26922" l="0" r="4389" t="3619"/>
          <a:stretch/>
        </p:blipFill>
        <p:spPr>
          <a:xfrm>
            <a:off x="3525075" y="3005550"/>
            <a:ext cx="15999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woman wearing headphones looking at her phone." id="1735" name="Google Shape;1735;p130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0" l="10384" r="45089" t="0"/>
          <a:stretch/>
        </p:blipFill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red texture, as of a rock face. " id="1736" name="Google Shape;1736;p130"/>
          <p:cNvPicPr preferRelativeResize="0"/>
          <p:nvPr>
            <p:ph idx="7" type="pic"/>
          </p:nvPr>
        </p:nvPicPr>
        <p:blipFill rotWithShape="1">
          <a:blip r:embed="rId6">
            <a:alphaModFix/>
          </a:blip>
          <a:srcRect b="16910" l="0" r="0" t="16904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brown-purple texture, as of a tree trunk. " id="1737" name="Google Shape;1737;p130"/>
          <p:cNvPicPr preferRelativeResize="0"/>
          <p:nvPr>
            <p:ph idx="8" type="pic"/>
          </p:nvPr>
        </p:nvPicPr>
        <p:blipFill rotWithShape="1">
          <a:blip r:embed="rId7">
            <a:alphaModFix/>
          </a:blip>
          <a:srcRect b="7511" l="0" r="0" t="7520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red texture, as of a rock face. " id="1738" name="Google Shape;1738;p130"/>
          <p:cNvPicPr preferRelativeResize="0"/>
          <p:nvPr>
            <p:ph idx="9" type="pic"/>
          </p:nvPr>
        </p:nvPicPr>
        <p:blipFill rotWithShape="1">
          <a:blip r:embed="rId6">
            <a:alphaModFix/>
          </a:blip>
          <a:srcRect b="27283" l="0" r="0" t="27283"/>
          <a:stretch/>
        </p:blipFill>
        <p:spPr>
          <a:xfrm>
            <a:off x="6535600" y="3008850"/>
            <a:ext cx="1118400" cy="76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39" name="Google Shape;1739;p130" title="Screenshot 2026-03-01 at 10.35.03 PM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025" y="2823425"/>
            <a:ext cx="1743749" cy="94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130" title="Screenshot 2026-03-01 at 10.35.21 PM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72700" y="3449873"/>
            <a:ext cx="1475700" cy="876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30" title="Screenshot 2026-03-01 at 10.35.39 PM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29998" y="2461754"/>
            <a:ext cx="1249025" cy="1375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130" title="Screenshot 2026-03-01 at 10.35.59 PM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20325" y="2999584"/>
            <a:ext cx="1368299" cy="1912740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lavender rectangle" id="1743" name="Google Shape;1743;p130"/>
          <p:cNvSpPr/>
          <p:nvPr/>
        </p:nvSpPr>
        <p:spPr>
          <a:xfrm flipH="1">
            <a:off x="1305309" y="3948252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4" name="Google Shape;1744;p130"/>
          <p:cNvSpPr txBox="1"/>
          <p:nvPr/>
        </p:nvSpPr>
        <p:spPr>
          <a:xfrm>
            <a:off x="6803475" y="2239850"/>
            <a:ext cx="1979700" cy="285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Author:  Angel Joy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31"/>
          <p:cNvSpPr txBox="1"/>
          <p:nvPr>
            <p:ph type="title"/>
          </p:nvPr>
        </p:nvSpPr>
        <p:spPr>
          <a:xfrm>
            <a:off x="228600" y="419450"/>
            <a:ext cx="4591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500">
                <a:solidFill>
                  <a:srgbClr val="CA3619"/>
                </a:solidFill>
                <a:latin typeface="Arial"/>
                <a:ea typeface="Arial"/>
                <a:cs typeface="Arial"/>
                <a:sym typeface="Arial"/>
              </a:rPr>
              <a:t>About Zomato</a:t>
            </a:r>
            <a:endParaRPr sz="2500">
              <a:solidFill>
                <a:srgbClr val="CA36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750" name="Google Shape;1750;p131"/>
          <p:cNvSpPr txBox="1"/>
          <p:nvPr>
            <p:ph idx="1" type="subTitle"/>
          </p:nvPr>
        </p:nvSpPr>
        <p:spPr>
          <a:xfrm>
            <a:off x="1152525" y="1673400"/>
            <a:ext cx="3283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Founded as </a:t>
            </a:r>
            <a:r>
              <a:rPr i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Foodiebay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Deepinder Goyal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Pankaj Chaddah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31"/>
          <p:cNvSpPr txBox="1"/>
          <p:nvPr>
            <p:ph idx="2" type="subTitle"/>
          </p:nvPr>
        </p:nvSpPr>
        <p:spPr>
          <a:xfrm>
            <a:off x="5497200" y="2291175"/>
            <a:ext cx="3418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Rebranded as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Zomato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131"/>
          <p:cNvSpPr txBox="1"/>
          <p:nvPr>
            <p:ph idx="3" type="subTitle"/>
          </p:nvPr>
        </p:nvSpPr>
        <p:spPr>
          <a:xfrm>
            <a:off x="3000375" y="3086650"/>
            <a:ext cx="2989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Launched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online food ordering and delivery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in India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131"/>
          <p:cNvSpPr txBox="1"/>
          <p:nvPr>
            <p:ph idx="4" type="subTitle"/>
          </p:nvPr>
        </p:nvSpPr>
        <p:spPr>
          <a:xfrm>
            <a:off x="7286625" y="3007450"/>
            <a:ext cx="26841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Crossed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$1 billion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valuation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31"/>
          <p:cNvSpPr txBox="1"/>
          <p:nvPr>
            <p:ph idx="5" type="subTitle"/>
          </p:nvPr>
        </p:nvSpPr>
        <p:spPr>
          <a:xfrm>
            <a:off x="1095375" y="3888950"/>
            <a:ext cx="3220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Acquires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Blinkit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31"/>
          <p:cNvSpPr txBox="1"/>
          <p:nvPr>
            <p:ph idx="6" type="subTitle"/>
          </p:nvPr>
        </p:nvSpPr>
        <p:spPr>
          <a:xfrm>
            <a:off x="5497200" y="3888950"/>
            <a:ext cx="3418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company renamed to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Eternal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31"/>
          <p:cNvSpPr/>
          <p:nvPr/>
        </p:nvSpPr>
        <p:spPr>
          <a:xfrm flipH="1">
            <a:off x="228675" y="1662733"/>
            <a:ext cx="866700" cy="386099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Forum"/>
                <a:ea typeface="Forum"/>
                <a:cs typeface="Forum"/>
                <a:sym typeface="Forum"/>
              </a:rPr>
              <a:t>2008</a:t>
            </a:r>
            <a:endParaRPr b="1" i="0" sz="1800" u="none" cap="none" strike="noStrike">
              <a:solidFill>
                <a:schemeClr val="dk1"/>
              </a:solidFill>
              <a:highlight>
                <a:schemeClr val="lt2"/>
              </a:highlight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757" name="Google Shape;1757;p131"/>
          <p:cNvSpPr/>
          <p:nvPr/>
        </p:nvSpPr>
        <p:spPr>
          <a:xfrm flipH="1">
            <a:off x="4525200" y="2211850"/>
            <a:ext cx="923100" cy="386100"/>
          </a:xfrm>
          <a:prstGeom prst="roundRect">
            <a:avLst>
              <a:gd fmla="val 1997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2010</a:t>
            </a:r>
            <a:endParaRPr b="1" i="0" sz="1800" u="none" cap="none" strike="noStrike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758" name="Google Shape;1758;p131"/>
          <p:cNvSpPr/>
          <p:nvPr/>
        </p:nvSpPr>
        <p:spPr>
          <a:xfrm flipH="1">
            <a:off x="6265575" y="3011250"/>
            <a:ext cx="923100" cy="3861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2018</a:t>
            </a:r>
            <a:endParaRPr b="1" i="0" sz="18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759" name="Google Shape;1759;p131"/>
          <p:cNvSpPr/>
          <p:nvPr/>
        </p:nvSpPr>
        <p:spPr>
          <a:xfrm flipH="1">
            <a:off x="228675" y="3810650"/>
            <a:ext cx="752400" cy="386100"/>
          </a:xfrm>
          <a:prstGeom prst="roundRect">
            <a:avLst>
              <a:gd fmla="val 1997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2022</a:t>
            </a:r>
            <a:endParaRPr b="1" i="0" sz="1800" u="none" cap="none" strike="noStrike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760" name="Google Shape;1760;p131"/>
          <p:cNvSpPr/>
          <p:nvPr/>
        </p:nvSpPr>
        <p:spPr>
          <a:xfrm flipH="1">
            <a:off x="2007075" y="3011250"/>
            <a:ext cx="866700" cy="3861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2015</a:t>
            </a:r>
            <a:endParaRPr b="1" i="0" sz="18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1761" name="Google Shape;1761;p131"/>
          <p:cNvSpPr/>
          <p:nvPr/>
        </p:nvSpPr>
        <p:spPr>
          <a:xfrm flipH="1">
            <a:off x="4524950" y="3810650"/>
            <a:ext cx="738600" cy="386100"/>
          </a:xfrm>
          <a:prstGeom prst="roundRect">
            <a:avLst>
              <a:gd fmla="val 1997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2023</a:t>
            </a:r>
            <a:endParaRPr b="1" i="0" sz="18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132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7" name="Google Shape;1767;p132"/>
          <p:cNvSpPr txBox="1"/>
          <p:nvPr/>
        </p:nvSpPr>
        <p:spPr>
          <a:xfrm>
            <a:off x="466725" y="29527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" sz="2500" u="none" cap="none" strike="noStrike">
                <a:solidFill>
                  <a:schemeClr val="lt2"/>
                </a:solidFill>
              </a:rPr>
              <a:t>Data Problem</a:t>
            </a:r>
            <a:endParaRPr i="0" sz="2500" u="none" cap="none" strike="noStrike">
              <a:solidFill>
                <a:schemeClr val="lt2"/>
              </a:solidFill>
            </a:endParaRPr>
          </a:p>
        </p:txBody>
      </p:sp>
      <p:sp>
        <p:nvSpPr>
          <p:cNvPr id="1768" name="Google Shape;1768;p132"/>
          <p:cNvSpPr txBox="1"/>
          <p:nvPr/>
        </p:nvSpPr>
        <p:spPr>
          <a:xfrm>
            <a:off x="514350" y="1063275"/>
            <a:ext cx="78795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Zomato aims to identify the most promising locations to open new restaurants with </a:t>
            </a: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competition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growth potential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Objectives: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restaurant distribution across the countries to identify the markets.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customer demand through ratings, engagement (votes) and pricing.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high-performing cuisines and its features (online delivery/booking).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33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4" name="Google Shape;1774;p133"/>
          <p:cNvSpPr txBox="1"/>
          <p:nvPr/>
        </p:nvSpPr>
        <p:spPr>
          <a:xfrm>
            <a:off x="467600" y="295275"/>
            <a:ext cx="400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2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Data Snapshot</a:t>
            </a:r>
            <a:endParaRPr b="0" i="0" sz="25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133"/>
          <p:cNvSpPr txBox="1"/>
          <p:nvPr/>
        </p:nvSpPr>
        <p:spPr>
          <a:xfrm>
            <a:off x="514350" y="1384175"/>
            <a:ext cx="39624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Restaurants : 9552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Countries analyzed : 15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Votes and Rating datas are key to calculate the demand of the restaurants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data is crucial to highlight the hotspots for the new restaurants and the high-rated cuisines that can be served.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133"/>
          <p:cNvSpPr txBox="1"/>
          <p:nvPr/>
        </p:nvSpPr>
        <p:spPr>
          <a:xfrm>
            <a:off x="4476750" y="1228725"/>
            <a:ext cx="39624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 and Preprocessing</a:t>
            </a:r>
            <a:endParaRPr b="1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Checked duplicates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Trimmed 170 white-spaces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Handled missing values in the "Cuisines" category and trimmed excess white spaces.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Converted all costs to INR and corrected city names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34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2" name="Google Shape;1782;p134"/>
          <p:cNvSpPr txBox="1"/>
          <p:nvPr/>
        </p:nvSpPr>
        <p:spPr>
          <a:xfrm>
            <a:off x="466725" y="295275"/>
            <a:ext cx="4371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Analytical Approach and Tools</a:t>
            </a:r>
            <a:endParaRPr b="0" i="0" sz="25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134"/>
          <p:cNvSpPr txBox="1"/>
          <p:nvPr/>
        </p:nvSpPr>
        <p:spPr>
          <a:xfrm>
            <a:off x="3950550" y="864075"/>
            <a:ext cx="501720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Removed duplicated, Trimmed 170 white-spaces, haddled 9 missing values using count blanks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Enhancement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Updated country name using VLOOKUP, updated average cost of cuisine and used SORTN &amp; UNIQUE for sorting top 10 cuisine &amp; restaurants.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Descriptive Analysis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Created Pivot Table to summarise the data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Trend Analysis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Created Charts visualizations to analyzing the trends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Segmentation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Applied SORT and Filter to category data based on the votes and rating.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4" name="Google Shape;1784;p134" title="Screenshot 2026-03-01 at 10.33.5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425" y="1919075"/>
            <a:ext cx="2994800" cy="23911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135"/>
          <p:cNvSpPr txBox="1"/>
          <p:nvPr/>
        </p:nvSpPr>
        <p:spPr>
          <a:xfrm>
            <a:off x="4857225" y="1501625"/>
            <a:ext cx="4115700" cy="3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" sz="1200">
                <a:solidFill>
                  <a:schemeClr val="dk2"/>
                </a:solidFill>
              </a:rPr>
              <a:t>Steady growth in restaurants across the years.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" sz="1200">
                <a:solidFill>
                  <a:schemeClr val="dk2"/>
                </a:solidFill>
              </a:rPr>
              <a:t>More than </a:t>
            </a:r>
            <a:r>
              <a:rPr b="1" lang="en" sz="1200">
                <a:solidFill>
                  <a:schemeClr val="dk2"/>
                </a:solidFill>
              </a:rPr>
              <a:t>1000+</a:t>
            </a:r>
            <a:r>
              <a:rPr lang="en" sz="1200">
                <a:solidFill>
                  <a:schemeClr val="dk2"/>
                </a:solidFill>
              </a:rPr>
              <a:t> restaurants are opened each year.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1" lang="en" sz="1200">
                <a:solidFill>
                  <a:schemeClr val="dk2"/>
                </a:solidFill>
              </a:rPr>
              <a:t>Consistent Expansion</a:t>
            </a:r>
            <a:r>
              <a:rPr lang="en" sz="1200">
                <a:solidFill>
                  <a:schemeClr val="dk2"/>
                </a:solidFill>
              </a:rPr>
              <a:t> points to an opportunity in the restaurant market.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135"/>
          <p:cNvSpPr txBox="1"/>
          <p:nvPr/>
        </p:nvSpPr>
        <p:spPr>
          <a:xfrm>
            <a:off x="562050" y="360725"/>
            <a:ext cx="50166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Restaurants </a:t>
            </a:r>
            <a:r>
              <a:rPr lang="en" sz="2500">
                <a:solidFill>
                  <a:srgbClr val="CC0000"/>
                </a:solidFill>
              </a:rPr>
              <a:t>Expansion</a:t>
            </a: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500">
                <a:solidFill>
                  <a:srgbClr val="CC0000"/>
                </a:solidFill>
              </a:rPr>
              <a:t>A</a:t>
            </a: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cross the </a:t>
            </a:r>
            <a:r>
              <a:rPr lang="en" sz="2500">
                <a:solidFill>
                  <a:srgbClr val="CC0000"/>
                </a:solidFill>
              </a:rPr>
              <a:t>Years</a:t>
            </a:r>
            <a:endParaRPr b="0" i="0" sz="25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135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92" name="Google Shape;1792;p135"/>
          <p:cNvSpPr/>
          <p:nvPr/>
        </p:nvSpPr>
        <p:spPr>
          <a:xfrm>
            <a:off x="7153200" y="14287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134F5C"/>
              </a:highlight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93" name="Google Shape;1793;p1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450" y="1333850"/>
            <a:ext cx="3363239" cy="329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36"/>
          <p:cNvSpPr txBox="1"/>
          <p:nvPr/>
        </p:nvSpPr>
        <p:spPr>
          <a:xfrm>
            <a:off x="5126175" y="1333850"/>
            <a:ext cx="3846300" cy="3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Restaurant counts were analysed global level to find the density of competition.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India has the highest count (8652) of restaurants in the world ie. 90.6% (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high competition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Philippines</a:t>
            </a:r>
            <a:r>
              <a:rPr lang="en" sz="1200">
                <a:solidFill>
                  <a:schemeClr val="dk2"/>
                </a:solidFill>
              </a:rPr>
              <a:t> has only 22 restaurants and </a:t>
            </a:r>
            <a:r>
              <a:rPr b="1" lang="en" sz="1200">
                <a:solidFill>
                  <a:schemeClr val="dk2"/>
                </a:solidFill>
              </a:rPr>
              <a:t>Indonesia </a:t>
            </a:r>
            <a:r>
              <a:rPr lang="en" sz="1200">
                <a:solidFill>
                  <a:schemeClr val="dk2"/>
                </a:solidFill>
              </a:rPr>
              <a:t>with 21 restaurants.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lies in low competitive regions.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136"/>
          <p:cNvSpPr txBox="1"/>
          <p:nvPr/>
        </p:nvSpPr>
        <p:spPr>
          <a:xfrm>
            <a:off x="562850" y="369114"/>
            <a:ext cx="43617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Restaurants </a:t>
            </a:r>
            <a:r>
              <a:rPr lang="en" sz="2500">
                <a:solidFill>
                  <a:srgbClr val="CC0000"/>
                </a:solidFill>
              </a:rPr>
              <a:t>D</a:t>
            </a: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istribution </a:t>
            </a:r>
            <a:r>
              <a:rPr lang="en" sz="2500">
                <a:solidFill>
                  <a:srgbClr val="CC0000"/>
                </a:solidFill>
              </a:rPr>
              <a:t>A</a:t>
            </a: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cross the World</a:t>
            </a:r>
            <a:endParaRPr b="0" i="0" sz="25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36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01" name="Google Shape;1801;p136"/>
          <p:cNvSpPr/>
          <p:nvPr/>
        </p:nvSpPr>
        <p:spPr>
          <a:xfrm>
            <a:off x="7153200" y="14287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134F5C"/>
              </a:highlight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02" name="Google Shape;1802;p13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025" y="1370263"/>
            <a:ext cx="3645158" cy="329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37"/>
          <p:cNvSpPr txBox="1"/>
          <p:nvPr/>
        </p:nvSpPr>
        <p:spPr>
          <a:xfrm>
            <a:off x="4876800" y="922800"/>
            <a:ext cx="4095600" cy="4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Philippines, Indonesia, Turkey, Sri Lanka, Qatar, Australia and Canada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are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considering their high rating.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Philippines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highest rating (4.47).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Indonesia: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only 21 restaurants, it has a very high rating (4.30) and the highest customer engagement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Turkey: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Shows strong potential with 34 restaurants, a high Average Rating (4.30), and strong engagement 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ratings in these regions indicate a customer base that values quality and is highly engaged.</a:t>
            </a:r>
            <a:endParaRPr b="1" i="0" sz="13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8" name="Google Shape;1808;p137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09" name="Google Shape;1809;p137"/>
          <p:cNvSpPr/>
          <p:nvPr/>
        </p:nvSpPr>
        <p:spPr>
          <a:xfrm>
            <a:off x="7153200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10" name="Google Shape;1810;p137"/>
          <p:cNvSpPr txBox="1"/>
          <p:nvPr/>
        </p:nvSpPr>
        <p:spPr>
          <a:xfrm>
            <a:off x="571850" y="395225"/>
            <a:ext cx="4305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CC0000"/>
                </a:solidFill>
              </a:rPr>
              <a:t>Ideal </a:t>
            </a: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Countries</a:t>
            </a:r>
            <a:r>
              <a:rPr lang="en" sz="2500">
                <a:solidFill>
                  <a:srgbClr val="CC0000"/>
                </a:solidFill>
              </a:rPr>
              <a:t> based on</a:t>
            </a:r>
            <a:r>
              <a:rPr b="0" i="0" lang="en" sz="2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Rating</a:t>
            </a:r>
            <a:endParaRPr b="0" i="0" sz="25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1" name="Google Shape;1811;p13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50" y="1351925"/>
            <a:ext cx="3887665" cy="36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38"/>
          <p:cNvSpPr txBox="1"/>
          <p:nvPr/>
        </p:nvSpPr>
        <p:spPr>
          <a:xfrm>
            <a:off x="4991100" y="1107525"/>
            <a:ext cx="3981600" cy="3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1" lang="en" sz="1200">
                <a:solidFill>
                  <a:schemeClr val="dk2"/>
                </a:solidFill>
              </a:rPr>
              <a:t>Indonesia, Philippines, UAE, Qatar, USA and Turkey </a:t>
            </a:r>
            <a:r>
              <a:rPr lang="en" sz="1200">
                <a:solidFill>
                  <a:schemeClr val="dk2"/>
                </a:solidFill>
              </a:rPr>
              <a:t>are the countries holds major share in vote distribution.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Indonesia holds the largest share by 19.3%, </a:t>
            </a:r>
            <a:r>
              <a:rPr lang="en" sz="1200">
                <a:solidFill>
                  <a:schemeClr val="dk2"/>
                </a:solidFill>
              </a:rPr>
              <a:t>depicting</a:t>
            </a:r>
            <a:r>
              <a:rPr lang="en" sz="1200">
                <a:solidFill>
                  <a:schemeClr val="dk2"/>
                </a:solidFill>
              </a:rPr>
              <a:t> high engagement.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Though, India has the highest number of restaurants, vote percentage is very low (3.4%) indicating poor demand.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17" name="Google Shape;1817;p138"/>
          <p:cNvSpPr txBox="1"/>
          <p:nvPr/>
        </p:nvSpPr>
        <p:spPr>
          <a:xfrm>
            <a:off x="562850" y="293625"/>
            <a:ext cx="48648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FF0000"/>
                </a:solidFill>
              </a:rPr>
              <a:t>Ideal Countries based on Votes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1818" name="Google Shape;1818;p138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19" name="Google Shape;1819;p138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20" name="Google Shape;1820;p13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25" y="1043300"/>
            <a:ext cx="4686301" cy="3056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39"/>
          <p:cNvSpPr txBox="1"/>
          <p:nvPr/>
        </p:nvSpPr>
        <p:spPr>
          <a:xfrm>
            <a:off x="4991100" y="1410775"/>
            <a:ext cx="39816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Low-Cost Markets: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Turkey, Philippines, and Sri Lanka offer the lowest food expenditure, ideal for mass-market expansion.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Premium Markets: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Canada and Qatar are high-expenditure zones, suitable for premium, high-budget restaurant concepts.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Optimal Pricing: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Most successful cities fall within the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price range bracket of 2-3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139"/>
          <p:cNvSpPr txBox="1"/>
          <p:nvPr/>
        </p:nvSpPr>
        <p:spPr>
          <a:xfrm>
            <a:off x="545525" y="553675"/>
            <a:ext cx="4606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Financial Expenditure Analysis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139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28" name="Google Shape;1828;p139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29" name="Google Shape;1829;p13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50" y="1225450"/>
            <a:ext cx="4455051" cy="320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40"/>
          <p:cNvSpPr txBox="1"/>
          <p:nvPr/>
        </p:nvSpPr>
        <p:spPr>
          <a:xfrm>
            <a:off x="4311950" y="1569875"/>
            <a:ext cx="4253400" cy="4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shows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huge demand for Table Booking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across world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73.1%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votes prefer table booking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But most of the restaurants does not have table booking, which is a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5" name="Google Shape;1835;p140"/>
          <p:cNvSpPr txBox="1"/>
          <p:nvPr/>
        </p:nvSpPr>
        <p:spPr>
          <a:xfrm>
            <a:off x="571500" y="562850"/>
            <a:ext cx="4353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Demand for Table Booking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140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37" name="Google Shape;1837;p140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38" name="Google Shape;1838;p140" title="Has Booking?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325" y="1535225"/>
            <a:ext cx="3171651" cy="239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41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44" name="Google Shape;1844;p141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45" name="Google Shape;1845;p141"/>
          <p:cNvSpPr txBox="1"/>
          <p:nvPr/>
        </p:nvSpPr>
        <p:spPr>
          <a:xfrm>
            <a:off x="562850" y="692725"/>
            <a:ext cx="41649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Demand for Online Delivery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141"/>
          <p:cNvSpPr txBox="1"/>
          <p:nvPr/>
        </p:nvSpPr>
        <p:spPr>
          <a:xfrm>
            <a:off x="5057775" y="1593900"/>
            <a:ext cx="4029300" cy="40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shows the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interest of customers for online delivery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Majority of the voters prefer online delivery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However, only few countries has online delivery, ie an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7" name="Google Shape;1847;p141" title="Online Delivery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0" y="1528775"/>
            <a:ext cx="3108199" cy="24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42"/>
          <p:cNvSpPr txBox="1"/>
          <p:nvPr/>
        </p:nvSpPr>
        <p:spPr>
          <a:xfrm>
            <a:off x="562850" y="781125"/>
            <a:ext cx="45720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500">
                <a:solidFill>
                  <a:srgbClr val="FF0000"/>
                </a:solidFill>
              </a:rPr>
              <a:t>Cuisines</a:t>
            </a:r>
            <a:r>
              <a:rPr lang="en" sz="2500">
                <a:solidFill>
                  <a:srgbClr val="FF0000"/>
                </a:solidFill>
              </a:rPr>
              <a:t> Trends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142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54" name="Google Shape;1854;p142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55" name="Google Shape;1855;p142"/>
          <p:cNvSpPr txBox="1"/>
          <p:nvPr/>
        </p:nvSpPr>
        <p:spPr>
          <a:xfrm>
            <a:off x="5057775" y="1594550"/>
            <a:ext cx="4029300" cy="4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Cuisine preference is </a:t>
            </a:r>
            <a:r>
              <a:rPr b="1" lang="en" sz="1200">
                <a:solidFill>
                  <a:schemeClr val="dk2"/>
                </a:solidFill>
              </a:rPr>
              <a:t>country-dependent</a:t>
            </a:r>
            <a:r>
              <a:rPr lang="en" sz="1200">
                <a:solidFill>
                  <a:schemeClr val="dk2"/>
                </a:solidFill>
              </a:rPr>
              <a:t> and not a major driver of ratings.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Recommended top cuisines include </a:t>
            </a:r>
            <a:r>
              <a:rPr b="1" lang="en" sz="1200">
                <a:solidFill>
                  <a:schemeClr val="dk2"/>
                </a:solidFill>
              </a:rPr>
              <a:t>Hawaiian, Seafood, Brazilian, International, Chinese, North Indian, and Tapas</a:t>
            </a:r>
            <a:r>
              <a:rPr lang="en" sz="1200">
                <a:solidFill>
                  <a:schemeClr val="dk2"/>
                </a:solidFill>
              </a:rPr>
              <a:t>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Japanese cuisine (especially sushi)</a:t>
            </a:r>
            <a:r>
              <a:rPr lang="en" sz="1200">
                <a:solidFill>
                  <a:schemeClr val="dk2"/>
                </a:solidFill>
              </a:rPr>
              <a:t> performs strongly in Asia, with ratings up to </a:t>
            </a:r>
            <a:r>
              <a:rPr b="1" lang="en" sz="1200">
                <a:solidFill>
                  <a:schemeClr val="dk2"/>
                </a:solidFill>
              </a:rPr>
              <a:t>4.9 in the Philippines and Indonesia</a:t>
            </a:r>
            <a:r>
              <a:rPr lang="en" sz="1200">
                <a:solidFill>
                  <a:schemeClr val="dk2"/>
                </a:solidFill>
              </a:rPr>
              <a:t>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Indonesian cuisine shows mixed ratings (4.9 and 3.7)</a:t>
            </a:r>
            <a:r>
              <a:rPr lang="en" sz="1200">
                <a:solidFill>
                  <a:schemeClr val="dk2"/>
                </a:solidFill>
              </a:rPr>
              <a:t>, indicating variability within the same category.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856" name="Google Shape;1856;p14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50" y="1594550"/>
            <a:ext cx="4486701" cy="21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43"/>
          <p:cNvSpPr txBox="1"/>
          <p:nvPr/>
        </p:nvSpPr>
        <p:spPr>
          <a:xfrm>
            <a:off x="327175" y="1300300"/>
            <a:ext cx="8645400" cy="3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correlation between cuisine price and ratings is positive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(0.</a:t>
            </a:r>
            <a:r>
              <a:rPr b="1" lang="en" sz="1200">
                <a:solidFill>
                  <a:schemeClr val="dk2"/>
                </a:solidFill>
              </a:rPr>
              <a:t>31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indicating that higher-priced items tend to receive slightly higher ratings.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While price may have some influence, ratings are also significantly affected by other factors such as food quality, portion size, cuisine type, and service experience.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Therefore, increasing prices alone is unlikely to improve customer feedback unless it is accompanied by improvements in overall value.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62" name="Google Shape;1862;p143"/>
          <p:cNvSpPr txBox="1"/>
          <p:nvPr/>
        </p:nvSpPr>
        <p:spPr>
          <a:xfrm>
            <a:off x="580150" y="645950"/>
            <a:ext cx="48489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Cuisine Correlation: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43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64" name="Google Shape;1864;p143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44"/>
          <p:cNvSpPr txBox="1"/>
          <p:nvPr/>
        </p:nvSpPr>
        <p:spPr>
          <a:xfrm>
            <a:off x="571500" y="520125"/>
            <a:ext cx="3346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144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Prefer Locality with low competition: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The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Philippines, Indonesia, and Turkey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are the most viable countries for expansion   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Locating place where less number of restaurants, which reduces the competition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voting and rating is an added advantage showing the demand of that area.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Hotspot =Locality with less no. of Restaurants + High Voting +   High Rating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1" name="Google Shape;1871;p144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72" name="Google Shape;1872;p144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73" name="Google Shape;1873;p144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644375"/>
            <a:ext cx="2041849" cy="20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45"/>
          <p:cNvSpPr txBox="1"/>
          <p:nvPr/>
        </p:nvSpPr>
        <p:spPr>
          <a:xfrm>
            <a:off x="675400" y="504825"/>
            <a:ext cx="31416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145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Incorporating Online Table booking &amp; Online Delivery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 shows that customers are preferring for online table booking and online delivery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Only India and UAE have online facilities activates. So, it is an opportunity for other countries.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0" name="Google Shape;1880;p145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81" name="Google Shape;1881;p145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82" name="Google Shape;1882;p145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225" y="1719925"/>
            <a:ext cx="2041750" cy="205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146"/>
          <p:cNvSpPr txBox="1"/>
          <p:nvPr/>
        </p:nvSpPr>
        <p:spPr>
          <a:xfrm>
            <a:off x="676275" y="504825"/>
            <a:ext cx="3258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146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Careful Consideration of the Cuisine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Menus should focus on high-performing cuisines such as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Japanese (Sushi), Italian, and American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which have proven to yield ratings as high as 4.9 in the target regions.  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Incorporate the cuisines that are high in demand for particular locality which increases the flow of customers to the restaurant.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9" name="Google Shape;1889;p146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90" name="Google Shape;1890;p146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91" name="Google Shape;1891;p146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880250"/>
            <a:ext cx="2181450" cy="219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47"/>
          <p:cNvSpPr txBox="1"/>
          <p:nvPr/>
        </p:nvSpPr>
        <p:spPr>
          <a:xfrm>
            <a:off x="676275" y="504825"/>
            <a:ext cx="3258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147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Ideal Price Bracket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 price range of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bracket 2 or 3</a:t>
            </a: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recommended to align with current successful trends in these growth cities.  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8" name="Google Shape;1898;p147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99" name="Google Shape;1899;p147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900" name="Google Shape;1900;p147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880250"/>
            <a:ext cx="2181450" cy="219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48"/>
          <p:cNvSpPr txBox="1"/>
          <p:nvPr/>
        </p:nvSpPr>
        <p:spPr>
          <a:xfrm>
            <a:off x="562850" y="504825"/>
            <a:ext cx="4739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Dashboard and Visualizations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148"/>
          <p:cNvSpPr txBox="1"/>
          <p:nvPr/>
        </p:nvSpPr>
        <p:spPr>
          <a:xfrm>
            <a:off x="3790950" y="1105125"/>
            <a:ext cx="5181900" cy="3205800"/>
          </a:xfrm>
          <a:prstGeom prst="rect">
            <a:avLst/>
          </a:prstGeom>
          <a:noFill/>
          <a:ln cap="flat" cmpd="sng" w="19050">
            <a:solidFill>
              <a:srgbClr val="0045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Primary Expansion:</a:t>
            </a:r>
            <a:r>
              <a:rPr lang="en" sz="1200">
                <a:solidFill>
                  <a:schemeClr val="dk2"/>
                </a:solidFill>
              </a:rPr>
              <a:t> Focus on Philippines, Indonesia, and Turkey due to high ratings and low competition.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Service Integration:</a:t>
            </a:r>
            <a:r>
              <a:rPr lang="en" sz="1200">
                <a:solidFill>
                  <a:schemeClr val="dk2"/>
                </a:solidFill>
              </a:rPr>
              <a:t> Implement online delivery and table booking to boost engagement.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Pricing Strategy:</a:t>
            </a:r>
            <a:r>
              <a:rPr lang="en" sz="1200">
                <a:solidFill>
                  <a:schemeClr val="dk2"/>
                </a:solidFill>
              </a:rPr>
              <a:t> Target 2–3 price bracket for affordability and perceived quality.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Marketing Focus:</a:t>
            </a:r>
            <a:r>
              <a:rPr lang="en" sz="1200">
                <a:solidFill>
                  <a:schemeClr val="dk2"/>
                </a:solidFill>
              </a:rPr>
              <a:t> Run campaigns in high-rating, low-vote cities like Quezon City to increase engagement.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Cuisine Selection:</a:t>
            </a:r>
            <a:r>
              <a:rPr lang="en" sz="1200">
                <a:solidFill>
                  <a:schemeClr val="dk2"/>
                </a:solidFill>
              </a:rPr>
              <a:t> Prioritize high-performing cuisines such as Japanese, Italian, and American (up to 4.9 ratings).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7" name="Google Shape;1907;p148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908" name="Google Shape;1908;p148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909" name="Google Shape;1909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5125"/>
            <a:ext cx="3486152" cy="291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49"/>
          <p:cNvSpPr txBox="1"/>
          <p:nvPr/>
        </p:nvSpPr>
        <p:spPr>
          <a:xfrm>
            <a:off x="676275" y="504825"/>
            <a:ext cx="2648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149"/>
          <p:cNvSpPr txBox="1"/>
          <p:nvPr/>
        </p:nvSpPr>
        <p:spPr>
          <a:xfrm>
            <a:off x="3638550" y="1057275"/>
            <a:ext cx="5334000" cy="9900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Identified key locations to open the new restaurant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Found the pain points which cause the demand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Analyzed the impact of technology in demand generation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6" name="Google Shape;1916;p149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917" name="Google Shape;1917;p149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918" name="Google Shape;1918;p149"/>
          <p:cNvSpPr txBox="1"/>
          <p:nvPr/>
        </p:nvSpPr>
        <p:spPr>
          <a:xfrm>
            <a:off x="3638550" y="2155975"/>
            <a:ext cx="5334000" cy="2466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●"/>
            </a:pPr>
            <a:r>
              <a:rPr lang="en" sz="1200">
                <a:solidFill>
                  <a:schemeClr val="dk2"/>
                </a:solidFill>
              </a:rPr>
              <a:t>Zomato should prioritize expansion in </a:t>
            </a:r>
            <a:r>
              <a:rPr b="1" lang="en" sz="1200">
                <a:solidFill>
                  <a:schemeClr val="dk2"/>
                </a:solidFill>
              </a:rPr>
              <a:t>the Philippines and Indonesia</a:t>
            </a:r>
            <a:r>
              <a:rPr lang="en" sz="1200">
                <a:solidFill>
                  <a:schemeClr val="dk2"/>
                </a:solidFill>
              </a:rPr>
              <a:t> to maximize return on investment.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●"/>
            </a:pPr>
            <a:r>
              <a:rPr lang="en" sz="1200">
                <a:solidFill>
                  <a:schemeClr val="dk2"/>
                </a:solidFill>
              </a:rPr>
              <a:t>Customer engagement is strong in these regions, indicated by </a:t>
            </a:r>
            <a:r>
              <a:rPr b="1" lang="en" sz="1200">
                <a:solidFill>
                  <a:schemeClr val="dk2"/>
                </a:solidFill>
              </a:rPr>
              <a:t>high activity levels, ratings, and votes</a:t>
            </a:r>
            <a:r>
              <a:rPr lang="en" sz="1200">
                <a:solidFill>
                  <a:schemeClr val="dk2"/>
                </a:solidFill>
              </a:rPr>
              <a:t>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●"/>
            </a:pPr>
            <a:r>
              <a:rPr lang="en" sz="1200">
                <a:solidFill>
                  <a:schemeClr val="dk2"/>
                </a:solidFill>
              </a:rPr>
              <a:t>A </a:t>
            </a:r>
            <a:r>
              <a:rPr b="1" lang="en" sz="1200">
                <a:solidFill>
                  <a:schemeClr val="dk2"/>
                </a:solidFill>
              </a:rPr>
              <a:t>mid-range pricing strategy</a:t>
            </a:r>
            <a:r>
              <a:rPr lang="en" sz="1200">
                <a:solidFill>
                  <a:schemeClr val="dk2"/>
                </a:solidFill>
              </a:rPr>
              <a:t> is recommended to effectively target the largest customer segment.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●"/>
            </a:pPr>
            <a:r>
              <a:rPr lang="en" sz="1200">
                <a:solidFill>
                  <a:schemeClr val="dk2"/>
                </a:solidFill>
              </a:rPr>
              <a:t>Zomato should emphasize </a:t>
            </a:r>
            <a:r>
              <a:rPr b="1" lang="en" sz="1200">
                <a:solidFill>
                  <a:schemeClr val="dk2"/>
                </a:solidFill>
              </a:rPr>
              <a:t>digital-first service features</a:t>
            </a:r>
            <a:r>
              <a:rPr lang="en" sz="1200">
                <a:solidFill>
                  <a:schemeClr val="dk2"/>
                </a:solidFill>
              </a:rPr>
              <a:t> to differentiate itself and improve user experience.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919" name="Google Shape;1919;p149" title="concept_11063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625" y="1476450"/>
            <a:ext cx="2185825" cy="21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50"/>
          <p:cNvSpPr txBox="1"/>
          <p:nvPr/>
        </p:nvSpPr>
        <p:spPr>
          <a:xfrm>
            <a:off x="676275" y="504825"/>
            <a:ext cx="2648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500" u="none" cap="none" strike="noStrike">
                <a:solidFill>
                  <a:schemeClr val="dk2"/>
                </a:solidFill>
              </a:rPr>
              <a:t>Reference</a:t>
            </a:r>
            <a:endParaRPr b="1" i="0" sz="2500" u="none" cap="none" strike="noStrike">
              <a:solidFill>
                <a:schemeClr val="dk2"/>
              </a:solidFill>
            </a:endParaRPr>
          </a:p>
        </p:txBody>
      </p:sp>
      <p:sp>
        <p:nvSpPr>
          <p:cNvPr id="1925" name="Google Shape;1925;p150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926" name="Google Shape;1926;p150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927" name="Google Shape;1927;p150"/>
          <p:cNvSpPr txBox="1"/>
          <p:nvPr/>
        </p:nvSpPr>
        <p:spPr>
          <a:xfrm>
            <a:off x="1066800" y="1457325"/>
            <a:ext cx="65628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i="0" lang="en" sz="1300" u="none" cap="none" strike="noStrike">
                <a:solidFill>
                  <a:schemeClr val="dk2"/>
                </a:solidFill>
              </a:rPr>
              <a:t>Zomato Data</a:t>
            </a:r>
            <a:endParaRPr i="0" sz="13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how and Tell/Report #1">
  <a:themeElements>
    <a:clrScheme name="Simple Light">
      <a:dk1>
        <a:srgbClr val="AB8645"/>
      </a:dk1>
      <a:lt1>
        <a:srgbClr val="014840"/>
      </a:lt1>
      <a:dk2>
        <a:srgbClr val="000000"/>
      </a:dk2>
      <a:lt2>
        <a:srgbClr val="FAF5F0"/>
      </a:lt2>
      <a:accent1>
        <a:srgbClr val="133E37"/>
      </a:accent1>
      <a:accent2>
        <a:srgbClr val="D8B771"/>
      </a:accent2>
      <a:accent3>
        <a:srgbClr val="FFFFFF"/>
      </a:accent3>
      <a:accent4>
        <a:srgbClr val="8DA1B9"/>
      </a:accent4>
      <a:accent5>
        <a:srgbClr val="BC4749"/>
      </a:accent5>
      <a:accent6>
        <a:srgbClr val="3C1518"/>
      </a:accent6>
      <a:hlink>
        <a:srgbClr val="0148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